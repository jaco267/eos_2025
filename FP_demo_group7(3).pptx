
<file path=[Content_Types].xml><?xml version="1.0" encoding="utf-8"?>
<Types xmlns="http://schemas.openxmlformats.org/package/2006/content-types">
  <Default Extension="xml" ContentType="application/xml"/>
  <Default Extension="rels" ContentType="application/vnd.openxmlformats-package.relationships+xml"/>
  <Default Extension="png" ContentType="image/png"/>
  <Default Extension="jpeg" ContentType="image/jpeg"/>
  <Override PartName="/_rels/.rels" ContentType="application/vnd.openxmlformats-package.relationships+xml"/>
  <Override PartName="/docProps/core.xml" ContentType="application/vnd.openxmlformats-package.core-properties+xml"/>
  <Override PartName="/docProps/app.xml" ContentType="application/vnd.openxmlformats-officedocument.extended-properties+xml"/>
  <Override PartName="/ppt/presentation.xml" ContentType="application/vnd.openxmlformats-officedocument.presentationml.presentation.main+xml"/>
  <Override PartName="/ppt/slideMasters/_rels/slideMaster11.xml.rels" ContentType="application/vnd.openxmlformats-package.relationships+xml"/>
  <Override PartName="/ppt/slideMasters/_rels/slideMaster5.xml.rels" ContentType="application/vnd.openxmlformats-package.relationships+xml"/>
  <Override PartName="/ppt/slideMasters/_rels/slideMaster10.xml.rels" ContentType="application/vnd.openxmlformats-package.relationships+xml"/>
  <Override PartName="/ppt/slideMasters/_rels/slideMaster4.xml.rels" ContentType="application/vnd.openxmlformats-package.relationships+xml"/>
  <Override PartName="/ppt/slideMasters/_rels/slideMaster9.xml.rels" ContentType="application/vnd.openxmlformats-package.relationships+xml"/>
  <Override PartName="/ppt/slideMasters/_rels/slideMaster8.xml.rels" ContentType="application/vnd.openxmlformats-package.relationships+xml"/>
  <Override PartName="/ppt/slideMasters/_rels/slideMaster7.xml.rels" ContentType="application/vnd.openxmlformats-package.relationships+xml"/>
  <Override PartName="/ppt/slideMasters/_rels/slideMaster6.xml.rels" ContentType="application/vnd.openxmlformats-package.relationships+xml"/>
  <Override PartName="/ppt/slideMasters/_rels/slideMaster3.xml.rels" ContentType="application/vnd.openxmlformats-package.relationships+xml"/>
  <Override PartName="/ppt/slideMasters/_rels/slideMaster2.xml.rels" ContentType="application/vnd.openxmlformats-package.relationships+xml"/>
  <Override PartName="/ppt/slideMasters/_rels/slideMaster1.xml.rels" ContentType="application/vnd.openxmlformats-package.relationships+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Masters/slideMaster5.xml" ContentType="application/vnd.openxmlformats-officedocument.presentationml.slideMaster+xml"/>
  <Override PartName="/ppt/slideMasters/slideMaster6.xml" ContentType="application/vnd.openxmlformats-officedocument.presentationml.slideMaster+xml"/>
  <Override PartName="/ppt/slideMasters/slideMaster7.xml" ContentType="application/vnd.openxmlformats-officedocument.presentationml.slideMaster+xml"/>
  <Override PartName="/ppt/slideMasters/slideMaster8.xml" ContentType="application/vnd.openxmlformats-officedocument.presentationml.slideMaster+xml"/>
  <Override PartName="/ppt/slideMasters/slideMaster9.xml" ContentType="application/vnd.openxmlformats-officedocument.presentationml.slideMaster+xml"/>
  <Override PartName="/ppt/slideMasters/slideMaster10.xml" ContentType="application/vnd.openxmlformats-officedocument.presentationml.slideMaster+xml"/>
  <Override PartName="/ppt/slideMasters/slideMaster11.xml" ContentType="application/vnd.openxmlformats-officedocument.presentationml.slideMaster+xml"/>
  <Override PartName="/ppt/presProps.xml" ContentType="application/vnd.openxmlformats-officedocument.presentationml.presProps+xml"/>
  <Override PartName="/ppt/theme/theme1.xml" ContentType="application/vnd.openxmlformats-officedocument.theme+xml"/>
  <Override PartName="/ppt/theme/theme1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theme/theme4.xml" ContentType="application/vnd.openxmlformats-officedocument.theme+xml"/>
  <Override PartName="/ppt/theme/theme5.xml" ContentType="application/vnd.openxmlformats-officedocument.theme+xml"/>
  <Override PartName="/ppt/theme/theme6.xml" ContentType="application/vnd.openxmlformats-officedocument.theme+xml"/>
  <Override PartName="/ppt/theme/theme7.xml" ContentType="application/vnd.openxmlformats-officedocument.theme+xml"/>
  <Override PartName="/ppt/theme/theme8.xml" ContentType="application/vnd.openxmlformats-officedocument.theme+xml"/>
  <Override PartName="/ppt/theme/theme9.xml" ContentType="application/vnd.openxmlformats-officedocument.theme+xml"/>
  <Override PartName="/ppt/theme/theme10.xml" ContentType="application/vnd.openxmlformats-officedocument.theme+xml"/>
  <Override PartName="/ppt/slideLayouts/_rels/slideLayout9.xml.rels" ContentType="application/vnd.openxmlformats-package.relationships+xml"/>
  <Override PartName="/ppt/slideLayouts/_rels/slideLayout8.xml.rels" ContentType="application/vnd.openxmlformats-package.relationships+xml"/>
  <Override PartName="/ppt/slideLayouts/_rels/slideLayout7.xml.rels" ContentType="application/vnd.openxmlformats-package.relationships+xml"/>
  <Override PartName="/ppt/slideLayouts/_rels/slideLayout11.xml.rels" ContentType="application/vnd.openxmlformats-package.relationships+xml"/>
  <Override PartName="/ppt/slideLayouts/_rels/slideLayout3.xml.rels" ContentType="application/vnd.openxmlformats-package.relationships+xml"/>
  <Override PartName="/ppt/slideLayouts/_rels/slideLayout6.xml.rels" ContentType="application/vnd.openxmlformats-package.relationships+xml"/>
  <Override PartName="/ppt/slideLayouts/_rels/slideLayout10.xml.rels" ContentType="application/vnd.openxmlformats-package.relationships+xml"/>
  <Override PartName="/ppt/slideLayouts/_rels/slideLayout2.xml.rels" ContentType="application/vnd.openxmlformats-package.relationships+xml"/>
  <Override PartName="/ppt/slideLayouts/_rels/slideLayout5.xml.rels" ContentType="application/vnd.openxmlformats-package.relationships+xml"/>
  <Override PartName="/ppt/slideLayouts/_rels/slideLayout4.xml.rels" ContentType="application/vnd.openxmlformats-package.relationships+xml"/>
  <Override PartName="/ppt/slideLayouts/_rels/slideLayout1.xml.rels" ContentType="application/vnd.openxmlformats-package.relationship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10.xml" ContentType="application/vnd.openxmlformats-officedocument.presentationml.slideLayout+xml"/>
  <Override PartName="/ppt/slideLayouts/slideLayout6.xml" ContentType="application/vnd.openxmlformats-officedocument.presentationml.slideLayout+xml"/>
  <Override PartName="/ppt/slideLayouts/slideLayout11.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s/_rels/slide5.xml.rels" ContentType="application/vnd.openxmlformats-package.relationships+xml"/>
  <Override PartName="/ppt/slides/_rels/slide21.xml.rels" ContentType="application/vnd.openxmlformats-package.relationships+xml"/>
  <Override PartName="/ppt/slides/_rels/slide19.xml.rels" ContentType="application/vnd.openxmlformats-package.relationships+xml"/>
  <Override PartName="/ppt/slides/_rels/slide4.xml.rels" ContentType="application/vnd.openxmlformats-package.relationships+xml"/>
  <Override PartName="/ppt/slides/_rels/slide20.xml.rels" ContentType="application/vnd.openxmlformats-package.relationships+xml"/>
  <Override PartName="/ppt/slides/_rels/slide18.xml.rels" ContentType="application/vnd.openxmlformats-package.relationships+xml"/>
  <Override PartName="/ppt/slides/_rels/slide3.xml.rels" ContentType="application/vnd.openxmlformats-package.relationships+xml"/>
  <Override PartName="/ppt/slides/_rels/slide17.xml.rels" ContentType="application/vnd.openxmlformats-package.relationships+xml"/>
  <Override PartName="/ppt/slides/_rels/slide2.xml.rels" ContentType="application/vnd.openxmlformats-package.relationships+xml"/>
  <Override PartName="/ppt/slides/_rels/slide16.xml.rels" ContentType="application/vnd.openxmlformats-package.relationships+xml"/>
  <Override PartName="/ppt/slides/_rels/slide13.xml.rels" ContentType="application/vnd.openxmlformats-package.relationships+xml"/>
  <Override PartName="/ppt/slides/_rels/slide12.xml.rels" ContentType="application/vnd.openxmlformats-package.relationships+xml"/>
  <Override PartName="/ppt/slides/_rels/slide9.xml.rels" ContentType="application/vnd.openxmlformats-package.relationships+xml"/>
  <Override PartName="/ppt/slides/_rels/slide11.xml.rels" ContentType="application/vnd.openxmlformats-package.relationships+xml"/>
  <Override PartName="/ppt/slides/_rels/slide23.xml.rels" ContentType="application/vnd.openxmlformats-package.relationships+xml"/>
  <Override PartName="/ppt/slides/_rels/slide8.xml.rels" ContentType="application/vnd.openxmlformats-package.relationships+xml"/>
  <Override PartName="/ppt/slides/_rels/slide10.xml.rels" ContentType="application/vnd.openxmlformats-package.relationships+xml"/>
  <Override PartName="/ppt/slides/_rels/slide22.xml.rels" ContentType="application/vnd.openxmlformats-package.relationships+xml"/>
  <Override PartName="/ppt/slides/_rels/slide7.xml.rels" ContentType="application/vnd.openxmlformats-package.relationships+xml"/>
  <Override PartName="/ppt/slides/_rels/slide6.xml.rels" ContentType="application/vnd.openxmlformats-package.relationships+xml"/>
  <Override PartName="/ppt/slides/_rels/slide14.xml.rels" ContentType="application/vnd.openxmlformats-package.relationships+xml"/>
  <Override PartName="/ppt/slides/_rels/slide15.xml.rels" ContentType="application/vnd.openxmlformats-package.relationships+xml"/>
  <Override PartName="/ppt/slides/_rels/slide1.xml.rels" ContentType="application/vnd.openxmlformats-package.relationships+xml"/>
  <Override PartName="/ppt/slides/slide13.xml" ContentType="application/vnd.openxmlformats-officedocument.presentationml.slide+xml"/>
  <Override PartName="/ppt/slides/slide12.xml" ContentType="application/vnd.openxmlformats-officedocument.presentationml.slide+xml"/>
  <Override PartName="/ppt/slides/slide9.xml" ContentType="application/vnd.openxmlformats-officedocument.presentationml.slide+xml"/>
  <Override PartName="/ppt/slides/slide11.xml" ContentType="application/vnd.openxmlformats-officedocument.presentationml.slide+xml"/>
  <Override PartName="/ppt/slides/slide8.xml" ContentType="application/vnd.openxmlformats-officedocument.presentationml.slide+xml"/>
  <Override PartName="/ppt/slides/slide10.xml" ContentType="application/vnd.openxmlformats-officedocument.presentationml.slide+xml"/>
  <Override PartName="/ppt/slides/slide7.xml" ContentType="application/vnd.openxmlformats-officedocument.presentationml.slide+xml"/>
  <Override PartName="/ppt/slides/slide23.xml" ContentType="application/vnd.openxmlformats-officedocument.presentationml.slide+xml"/>
  <Override PartName="/ppt/slides/slide6.xml" ContentType="application/vnd.openxmlformats-officedocument.presentationml.slide+xml"/>
  <Override PartName="/ppt/slides/slide22.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xml" ContentType="application/vnd.openxmlformats-officedocument.presentationml.slide+xml"/>
  <Override PartName="/ppt/slides/slide16.xml" ContentType="application/vnd.openxmlformats-officedocument.presentationml.slide+xml"/>
  <Override PartName="/ppt/slides/slide2.xml" ContentType="application/vnd.openxmlformats-officedocument.presentationml.slide+xml"/>
  <Override PartName="/ppt/slides/slide17.xml" ContentType="application/vnd.openxmlformats-officedocument.presentationml.slide+xml"/>
  <Override PartName="/ppt/slides/slide3.xml" ContentType="application/vnd.openxmlformats-officedocument.presentationml.slide+xml"/>
  <Override PartName="/ppt/slides/slide18.xml" ContentType="application/vnd.openxmlformats-officedocument.presentationml.slide+xml"/>
  <Override PartName="/ppt/slides/slide20.xml" ContentType="application/vnd.openxmlformats-officedocument.presentationml.slide+xml"/>
  <Override PartName="/ppt/slides/slide4.xml" ContentType="application/vnd.openxmlformats-officedocument.presentationml.slide+xml"/>
  <Override PartName="/ppt/slides/slide19.xml" ContentType="application/vnd.openxmlformats-officedocument.presentationml.slide+xml"/>
  <Override PartName="/ppt/slides/slide5.xml" ContentType="application/vnd.openxmlformats-officedocument.presentationml.slide+xml"/>
  <Override PartName="/ppt/slides/slide21.xml" ContentType="application/vnd.openxmlformats-officedocument.presentationml.slide+xml"/>
  <Override PartName="/ppt/_rels/presentation.xml.rels" ContentType="application/vnd.openxmlformats-package.relationships+xml"/>
  <Override PartName="/ppt/media/image13.png" ContentType="image/png"/>
  <Override PartName="/ppt/media/image4.png" ContentType="image/png"/>
  <Override PartName="/ppt/media/image9.png" ContentType="image/png"/>
  <Override PartName="/ppt/media/image18.png" ContentType="image/png"/>
  <Override PartName="/ppt/media/image20.png" ContentType="image/png"/>
  <Override PartName="/ppt/media/image12.png" ContentType="image/png"/>
  <Override PartName="/ppt/media/image3.png" ContentType="image/png"/>
  <Override PartName="/ppt/media/image8.png" ContentType="image/png"/>
  <Override PartName="/ppt/media/image17.png" ContentType="image/png"/>
  <Override PartName="/ppt/media/image22.png" ContentType="image/png"/>
  <Override PartName="/ppt/media/image21.png" ContentType="image/png"/>
  <Override PartName="/ppt/media/image19.png" ContentType="image/png"/>
  <Override PartName="/ppt/media/image5.png" ContentType="image/png"/>
  <Override PartName="/ppt/media/image14.png" ContentType="image/png"/>
  <Override PartName="/ppt/media/image6.png" ContentType="image/png"/>
  <Override PartName="/ppt/media/image15.png" ContentType="image/png"/>
  <Override PartName="/ppt/media/image10.png" ContentType="image/png"/>
  <Override PartName="/ppt/media/image1.png" ContentType="image/png"/>
  <Override PartName="/ppt/media/image16.png" ContentType="image/png"/>
  <Override PartName="/ppt/media/image7.png" ContentType="image/png"/>
  <Override PartName="/ppt/media/image2.png" ContentType="image/png"/>
  <Override PartName="/ppt/media/image11.png" ContentType="image/png"/>
</Types>
</file>

<file path=_rels/.rels><?xml version="1.0" encoding="UTF-8"?>
<Relationships xmlns="http://schemas.openxmlformats.org/package/2006/relationships"><Relationship Id="rId1" Type="http://schemas.openxmlformats.org/package/2006/relationships/metadata/core-properties" Target="docProps/core.xml"/><Relationship Id="rId2" Type="http://schemas.openxmlformats.org/officeDocument/2006/relationships/extended-properties" Target="docProps/app.xml"/><Relationship Id="rId3" Type="http://schemas.openxmlformats.org/officeDocument/2006/relationships/officeDocument" Target="ppt/presentation.xml"/>
</Relationships>
</file>

<file path=ppt/presentation.xml><?xml version="1.0" encoding="utf-8"?>
<p:presentation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sldMasterIdLst>
    <p:sldMasterId id="2147483648" r:id="rId2"/>
    <p:sldMasterId id="2147483650" r:id="rId3"/>
    <p:sldMasterId id="2147483652" r:id="rId4"/>
    <p:sldMasterId id="2147483654" r:id="rId5"/>
    <p:sldMasterId id="2147483656" r:id="rId6"/>
    <p:sldMasterId id="2147483658" r:id="rId7"/>
    <p:sldMasterId id="2147483660" r:id="rId8"/>
    <p:sldMasterId id="2147483662" r:id="rId9"/>
    <p:sldMasterId id="2147483664" r:id="rId10"/>
    <p:sldMasterId id="2147483666" r:id="rId11"/>
    <p:sldMasterId id="2147483668" r:id="rId12"/>
  </p:sldMasterIdLst>
  <p:sldIdLst>
    <p:sldId id="256" r:id="rId13"/>
    <p:sldId id="257" r:id="rId14"/>
    <p:sldId id="258" r:id="rId15"/>
    <p:sldId id="259" r:id="rId16"/>
    <p:sldId id="260" r:id="rId17"/>
    <p:sldId id="261" r:id="rId18"/>
    <p:sldId id="262" r:id="rId19"/>
    <p:sldId id="263" r:id="rId20"/>
    <p:sldId id="264" r:id="rId21"/>
    <p:sldId id="265" r:id="rId22"/>
    <p:sldId id="266" r:id="rId23"/>
    <p:sldId id="267" r:id="rId24"/>
    <p:sldId id="268" r:id="rId25"/>
    <p:sldId id="269" r:id="rId26"/>
    <p:sldId id="270" r:id="rId27"/>
    <p:sldId id="271" r:id="rId28"/>
    <p:sldId id="272" r:id="rId29"/>
    <p:sldId id="273" r:id="rId30"/>
    <p:sldId id="274" r:id="rId31"/>
    <p:sldId id="275" r:id="rId32"/>
    <p:sldId id="276" r:id="rId33"/>
    <p:sldId id="277" r:id="rId34"/>
    <p:sldId id="278" r:id="rId35"/>
  </p:sldIdLst>
  <p:sldSz cx="9144000" cy="5143500"/>
  <p:notesSz cx="6858000" cy="9144000"/>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ationPr>
</file>

<file path=ppt/_rels/presentation.xml.rels><?xml version="1.0" encoding="UTF-8"?>
<Relationships xmlns="http://schemas.openxmlformats.org/package/2006/relationships"><Relationship Id="rId1" Type="http://schemas.openxmlformats.org/officeDocument/2006/relationships/theme" Target="theme/theme1.xml"/><Relationship Id="rId2" Type="http://schemas.openxmlformats.org/officeDocument/2006/relationships/slideMaster" Target="slideMasters/slideMaster1.xml"/><Relationship Id="rId3" Type="http://schemas.openxmlformats.org/officeDocument/2006/relationships/slideMaster" Target="slideMasters/slideMaster2.xml"/><Relationship Id="rId4" Type="http://schemas.openxmlformats.org/officeDocument/2006/relationships/slideMaster" Target="slideMasters/slideMaster3.xml"/><Relationship Id="rId5" Type="http://schemas.openxmlformats.org/officeDocument/2006/relationships/slideMaster" Target="slideMasters/slideMaster4.xml"/><Relationship Id="rId6" Type="http://schemas.openxmlformats.org/officeDocument/2006/relationships/slideMaster" Target="slideMasters/slideMaster5.xml"/><Relationship Id="rId7" Type="http://schemas.openxmlformats.org/officeDocument/2006/relationships/slideMaster" Target="slideMasters/slideMaster6.xml"/><Relationship Id="rId8" Type="http://schemas.openxmlformats.org/officeDocument/2006/relationships/slideMaster" Target="slideMasters/slideMaster7.xml"/><Relationship Id="rId9" Type="http://schemas.openxmlformats.org/officeDocument/2006/relationships/slideMaster" Target="slideMasters/slideMaster8.xml"/><Relationship Id="rId10" Type="http://schemas.openxmlformats.org/officeDocument/2006/relationships/slideMaster" Target="slideMasters/slideMaster9.xml"/><Relationship Id="rId11" Type="http://schemas.openxmlformats.org/officeDocument/2006/relationships/slideMaster" Target="slideMasters/slideMaster10.xml"/><Relationship Id="rId12" Type="http://schemas.openxmlformats.org/officeDocument/2006/relationships/slideMaster" Target="slideMasters/slideMaster11.xml"/><Relationship Id="rId13" Type="http://schemas.openxmlformats.org/officeDocument/2006/relationships/slide" Target="slides/slide1.xml"/><Relationship Id="rId14" Type="http://schemas.openxmlformats.org/officeDocument/2006/relationships/slide" Target="slides/slide2.xml"/><Relationship Id="rId15" Type="http://schemas.openxmlformats.org/officeDocument/2006/relationships/slide" Target="slides/slide3.xml"/><Relationship Id="rId16" Type="http://schemas.openxmlformats.org/officeDocument/2006/relationships/slide" Target="slides/slide4.xml"/><Relationship Id="rId17" Type="http://schemas.openxmlformats.org/officeDocument/2006/relationships/slide" Target="slides/slide5.xml"/><Relationship Id="rId18" Type="http://schemas.openxmlformats.org/officeDocument/2006/relationships/slide" Target="slides/slide6.xml"/><Relationship Id="rId19" Type="http://schemas.openxmlformats.org/officeDocument/2006/relationships/slide" Target="slides/slide7.xml"/><Relationship Id="rId20" Type="http://schemas.openxmlformats.org/officeDocument/2006/relationships/slide" Target="slides/slide8.xml"/><Relationship Id="rId21" Type="http://schemas.openxmlformats.org/officeDocument/2006/relationships/slide" Target="slides/slide9.xml"/><Relationship Id="rId22" Type="http://schemas.openxmlformats.org/officeDocument/2006/relationships/slide" Target="slides/slide10.xml"/><Relationship Id="rId23" Type="http://schemas.openxmlformats.org/officeDocument/2006/relationships/slide" Target="slides/slide11.xml"/><Relationship Id="rId24" Type="http://schemas.openxmlformats.org/officeDocument/2006/relationships/slide" Target="slides/slide12.xml"/><Relationship Id="rId25" Type="http://schemas.openxmlformats.org/officeDocument/2006/relationships/slide" Target="slides/slide13.xml"/><Relationship Id="rId26" Type="http://schemas.openxmlformats.org/officeDocument/2006/relationships/slide" Target="slides/slide14.xml"/><Relationship Id="rId27" Type="http://schemas.openxmlformats.org/officeDocument/2006/relationships/slide" Target="slides/slide15.xml"/><Relationship Id="rId28" Type="http://schemas.openxmlformats.org/officeDocument/2006/relationships/slide" Target="slides/slide16.xml"/><Relationship Id="rId29" Type="http://schemas.openxmlformats.org/officeDocument/2006/relationships/slide" Target="slides/slide17.xml"/><Relationship Id="rId30" Type="http://schemas.openxmlformats.org/officeDocument/2006/relationships/slide" Target="slides/slide18.xml"/><Relationship Id="rId31" Type="http://schemas.openxmlformats.org/officeDocument/2006/relationships/slide" Target="slides/slide19.xml"/><Relationship Id="rId32" Type="http://schemas.openxmlformats.org/officeDocument/2006/relationships/slide" Target="slides/slide20.xml"/><Relationship Id="rId33" Type="http://schemas.openxmlformats.org/officeDocument/2006/relationships/slide" Target="slides/slide21.xml"/><Relationship Id="rId34" Type="http://schemas.openxmlformats.org/officeDocument/2006/relationships/slide" Target="slides/slide22.xml"/><Relationship Id="rId35" Type="http://schemas.openxmlformats.org/officeDocument/2006/relationships/slide" Target="slides/slide23.xml"/><Relationship Id="rId36" Type="http://schemas.openxmlformats.org/officeDocument/2006/relationships/presProps" Target="presProps.xml"/>
</Relationships>
</file>

<file path=ppt/slideLayouts/_rels/slideLayout1.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2.xml.rels><?xml version="1.0" encoding="UTF-8"?>
<Relationships xmlns="http://schemas.openxmlformats.org/package/2006/relationships"><Relationship Id="rId1" Type="http://schemas.openxmlformats.org/officeDocument/2006/relationships/slideMaster" Target="../slideMasters/slideMaster2.xml"/>
</Relationships>
</file>

<file path=ppt/slideLayouts/_rels/slideLayout3.xml.rels><?xml version="1.0" encoding="UTF-8"?>
<Relationships xmlns="http://schemas.openxmlformats.org/package/2006/relationships"><Relationship Id="rId1" Type="http://schemas.openxmlformats.org/officeDocument/2006/relationships/slideMaster" Target="../slideMasters/slideMaster3.xml"/>
</Relationships>
</file>

<file path=ppt/slideLayouts/_rels/slideLayout4.xml.rels><?xml version="1.0" encoding="UTF-8"?>
<Relationships xmlns="http://schemas.openxmlformats.org/package/2006/relationships"><Relationship Id="rId1" Type="http://schemas.openxmlformats.org/officeDocument/2006/relationships/slideMaster" Target="../slideMasters/slideMaster4.xml"/>
</Relationships>
</file>

<file path=ppt/slideLayouts/_rels/slideLayout5.xml.rels><?xml version="1.0" encoding="UTF-8"?>
<Relationships xmlns="http://schemas.openxmlformats.org/package/2006/relationships"><Relationship Id="rId1" Type="http://schemas.openxmlformats.org/officeDocument/2006/relationships/slideMaster" Target="../slideMasters/slideMaster5.xml"/>
</Relationships>
</file>

<file path=ppt/slideLayouts/_rels/slideLayout6.xml.rels><?xml version="1.0" encoding="UTF-8"?>
<Relationships xmlns="http://schemas.openxmlformats.org/package/2006/relationships"><Relationship Id="rId1" Type="http://schemas.openxmlformats.org/officeDocument/2006/relationships/slideMaster" Target="../slideMasters/slideMaster6.xml"/>
</Relationships>
</file>

<file path=ppt/slideLayouts/_rels/slideLayout7.xml.rels><?xml version="1.0" encoding="UTF-8"?>
<Relationships xmlns="http://schemas.openxmlformats.org/package/2006/relationships"><Relationship Id="rId1" Type="http://schemas.openxmlformats.org/officeDocument/2006/relationships/slideMaster" Target="../slideMasters/slideMaster7.xml"/>
</Relationships>
</file>

<file path=ppt/slideLayouts/_rels/slideLayout8.xml.rels><?xml version="1.0" encoding="UTF-8"?>
<Relationships xmlns="http://schemas.openxmlformats.org/package/2006/relationships"><Relationship Id="rId1" Type="http://schemas.openxmlformats.org/officeDocument/2006/relationships/slideMaster" Target="../slideMasters/slideMaster8.xml"/>
</Relationships>
</file>

<file path=ppt/slideLayouts/_rels/slideLayout9.xml.rels><?xml version="1.0" encoding="UTF-8"?>
<Relationships xmlns="http://schemas.openxmlformats.org/package/2006/relationships"><Relationship Id="rId1" Type="http://schemas.openxmlformats.org/officeDocument/2006/relationships/slideMaster" Target="../slideMasters/slideMaster9.xml"/>
</Relationships>
</file>

<file path=ppt/slideLayouts/_rels/slideLayout10.xml.rels><?xml version="1.0" encoding="UTF-8"?>
<Relationships xmlns="http://schemas.openxmlformats.org/package/2006/relationships"><Relationship Id="rId1" Type="http://schemas.openxmlformats.org/officeDocument/2006/relationships/slideMaster" Target="../slideMasters/slideMaster10.xml"/>
</Relationships>
</file>

<file path=ppt/slideLayouts/_rels/slideLayout11.xml.rels><?xml version="1.0" encoding="UTF-8"?>
<Relationships xmlns="http://schemas.openxmlformats.org/package/2006/relationships"><Relationship Id="rId1" Type="http://schemas.openxmlformats.org/officeDocument/2006/relationships/slideMaster" Target="../slideMasters/slideMaster11.xml"/>
</Relationships>
</file>

<file path=ppt/slideLayouts/slideLayout1.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itle" preserve="1">
  <p:cSld name="TITLE">
    <p:spTree>
      <p:nvGrpSpPr>
        <p:cNvPr id="1" name=""/>
        <p:cNvGrpSpPr/>
        <p:nvPr/>
      </p:nvGrpSpPr>
      <p:grpSpPr>
        <a:xfrm>
          <a:off x="0" y="0"/>
          <a:ext cx="0" cy="0"/>
          <a:chOff x="0" y="0"/>
          <a:chExt cx="0" cy="0"/>
        </a:xfrm>
      </p:grpSpPr>
      <p:sp>
        <p:nvSpPr>
          <p:cNvPr id="2" name="PlaceHolder 1"/>
          <p:cNvSpPr>
            <a:spLocks noGrp="1"/>
          </p:cNvSpPr>
          <p:nvPr>
            <p:ph type="title"/>
          </p:nvPr>
        </p:nvSpPr>
        <p:spPr>
          <a:xfrm>
            <a:off x="311760" y="444960"/>
            <a:ext cx="8520120" cy="572400"/>
          </a:xfrm>
          <a:prstGeom prst="rect">
            <a:avLst/>
          </a:prstGeom>
          <a:noFill/>
          <a:ln w="0">
            <a:noFill/>
          </a:ln>
        </p:spPr>
        <p:txBody>
          <a:bodyPr lIns="0" rIns="0" tIns="0" bIns="0" anchor="ctr">
            <a:noAutofit/>
          </a:bodyPr>
          <a:p>
            <a:pPr indent="0">
              <a:buNone/>
            </a:pPr>
            <a:endParaRPr b="0" lang="en-US" sz="1400" spc="-1" strike="noStrike">
              <a:solidFill>
                <a:srgbClr val="000000"/>
              </a:solidFill>
              <a:latin typeface="Arial"/>
            </a:endParaRPr>
          </a:p>
        </p:txBody>
      </p:sp>
      <p:sp>
        <p:nvSpPr>
          <p:cNvPr id="3" name="PlaceHolder 2"/>
          <p:cNvSpPr>
            <a:spLocks noGrp="1"/>
          </p:cNvSpPr>
          <p:nvPr>
            <p:ph type="subTitle"/>
          </p:nvPr>
        </p:nvSpPr>
        <p:spPr>
          <a:xfrm>
            <a:off x="311760" y="1152360"/>
            <a:ext cx="8520120" cy="3416040"/>
          </a:xfrm>
          <a:prstGeom prst="rect">
            <a:avLst/>
          </a:prstGeom>
          <a:noFill/>
          <a:ln w="0">
            <a:noFill/>
          </a:ln>
        </p:spPr>
        <p:txBody>
          <a:bodyPr lIns="0" rIns="0" tIns="0" bIns="0" anchor="ctr">
            <a:noAutofit/>
          </a:bodyPr>
          <a:p>
            <a:pPr indent="0" algn="ctr">
              <a:buNone/>
            </a:pPr>
            <a:endParaRPr b="0" lang="en-US" sz="3200" spc="-1" strike="noStrike">
              <a:solidFill>
                <a:srgbClr val="000000"/>
              </a:solidFill>
              <a:latin typeface="Arial"/>
            </a:endParaRPr>
          </a:p>
        </p:txBody>
      </p:sp>
      <p:sp>
        <p:nvSpPr>
          <p:cNvPr id="4" name="PlaceHolder 3"/>
          <p:cNvSpPr>
            <a:spLocks noGrp="1"/>
          </p:cNvSpPr>
          <p:nvPr>
            <p:ph type="sldNum" idx="1"/>
          </p:nvPr>
        </p:nvSpPr>
        <p:spPr/>
        <p:txBody>
          <a:bodyPr/>
          <a:p>
            <a:fld id="{91CDA3DE-EB89-4F4E-B5EB-8230AE9D548B}" type="slidenum">
              <a:t>&lt;#&gt;</a:t>
            </a:fld>
          </a:p>
        </p:txBody>
      </p:sp>
    </p:spTree>
  </p:cSld>
</p:sldLayout>
</file>

<file path=ppt/slideLayouts/slideLayout2.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BIG_NUMBER">
    <p:spTree>
      <p:nvGrpSpPr>
        <p:cNvPr id="1" name=""/>
        <p:cNvGrpSpPr/>
        <p:nvPr/>
      </p:nvGrpSpPr>
      <p:grpSpPr>
        <a:xfrm>
          <a:off x="0" y="0"/>
          <a:ext cx="0" cy="0"/>
          <a:chOff x="0" y="0"/>
          <a:chExt cx="0" cy="0"/>
        </a:xfrm>
      </p:grpSpPr>
      <p:sp>
        <p:nvSpPr>
          <p:cNvPr id="2" name="PlaceHolder 1"/>
          <p:cNvSpPr>
            <a:spLocks noGrp="1"/>
          </p:cNvSpPr>
          <p:nvPr>
            <p:ph type="sldNum" idx="2"/>
          </p:nvPr>
        </p:nvSpPr>
        <p:spPr/>
        <p:txBody>
          <a:bodyPr/>
          <a:p>
            <a:fld id="{E198EFA7-0E69-47D3-91A7-F153125ACBBC}" type="slidenum">
              <a:t>&lt;#&gt;</a:t>
            </a:fld>
          </a:p>
        </p:txBody>
      </p:sp>
    </p:spTree>
  </p:cSld>
</p:sldLayout>
</file>

<file path=ppt/slideLayouts/slideLayout3.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BLANK">
    <p:spTree>
      <p:nvGrpSpPr>
        <p:cNvPr id="1" name=""/>
        <p:cNvGrpSpPr/>
        <p:nvPr/>
      </p:nvGrpSpPr>
      <p:grpSpPr>
        <a:xfrm>
          <a:off x="0" y="0"/>
          <a:ext cx="0" cy="0"/>
          <a:chOff x="0" y="0"/>
          <a:chExt cx="0" cy="0"/>
        </a:xfrm>
      </p:grpSpPr>
      <p:sp>
        <p:nvSpPr>
          <p:cNvPr id="2" name="PlaceHolder 1"/>
          <p:cNvSpPr>
            <a:spLocks noGrp="1"/>
          </p:cNvSpPr>
          <p:nvPr>
            <p:ph type="sldNum" idx="3"/>
          </p:nvPr>
        </p:nvSpPr>
        <p:spPr/>
        <p:txBody>
          <a:bodyPr/>
          <a:p>
            <a:fld id="{315E2FAD-12E5-4D25-A489-DB7DCF3012BE}" type="slidenum">
              <a:t>&lt;#&gt;</a:t>
            </a:fld>
          </a:p>
        </p:txBody>
      </p:sp>
    </p:spTree>
  </p:cSld>
</p:sldLayout>
</file>

<file path=ppt/slideLayouts/slideLayout4.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SECTION_HEADER">
    <p:spTree>
      <p:nvGrpSpPr>
        <p:cNvPr id="1" name=""/>
        <p:cNvGrpSpPr/>
        <p:nvPr/>
      </p:nvGrpSpPr>
      <p:grpSpPr>
        <a:xfrm>
          <a:off x="0" y="0"/>
          <a:ext cx="0" cy="0"/>
          <a:chOff x="0" y="0"/>
          <a:chExt cx="0" cy="0"/>
        </a:xfrm>
      </p:grpSpPr>
      <p:sp>
        <p:nvSpPr>
          <p:cNvPr id="2" name="PlaceHolder 1"/>
          <p:cNvSpPr>
            <a:spLocks noGrp="1"/>
          </p:cNvSpPr>
          <p:nvPr>
            <p:ph type="sldNum" idx="4"/>
          </p:nvPr>
        </p:nvSpPr>
        <p:spPr/>
        <p:txBody>
          <a:bodyPr/>
          <a:p>
            <a:fld id="{E878FE65-ED32-4E7B-BDE5-E5B979A07EC7}" type="slidenum">
              <a:t>&lt;#&gt;</a:t>
            </a:fld>
          </a:p>
        </p:txBody>
      </p:sp>
    </p:spTree>
  </p:cSld>
</p:sldLayout>
</file>

<file path=ppt/slideLayouts/slideLayout5.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x" preserve="1">
  <p:cSld name="TITLE_AND_BODY">
    <p:spTree>
      <p:nvGrpSpPr>
        <p:cNvPr id="1" name=""/>
        <p:cNvGrpSpPr/>
        <p:nvPr/>
      </p:nvGrpSpPr>
      <p:grpSpPr>
        <a:xfrm>
          <a:off x="0" y="0"/>
          <a:ext cx="0" cy="0"/>
          <a:chOff x="0" y="0"/>
          <a:chExt cx="0" cy="0"/>
        </a:xfrm>
      </p:grpSpPr>
      <p:sp>
        <p:nvSpPr>
          <p:cNvPr id="13" name="PlaceHolder 1"/>
          <p:cNvSpPr>
            <a:spLocks noGrp="1"/>
          </p:cNvSpPr>
          <p:nvPr>
            <p:ph type="title"/>
          </p:nvPr>
        </p:nvSpPr>
        <p:spPr>
          <a:xfrm>
            <a:off x="311760" y="444960"/>
            <a:ext cx="8520120" cy="572400"/>
          </a:xfrm>
          <a:prstGeom prst="rect">
            <a:avLst/>
          </a:prstGeom>
          <a:noFill/>
          <a:ln w="0">
            <a:noFill/>
          </a:ln>
        </p:spPr>
        <p:txBody>
          <a:bodyPr lIns="0" rIns="0" tIns="0" bIns="0" anchor="ctr">
            <a:noAutofit/>
          </a:bodyPr>
          <a:p>
            <a:pPr indent="0">
              <a:buNone/>
            </a:pPr>
            <a:endParaRPr b="0" lang="en-US" sz="1400" spc="-1" strike="noStrike">
              <a:solidFill>
                <a:srgbClr val="000000"/>
              </a:solidFill>
              <a:latin typeface="Arial"/>
            </a:endParaRPr>
          </a:p>
        </p:txBody>
      </p:sp>
      <p:sp>
        <p:nvSpPr>
          <p:cNvPr id="14" name="PlaceHolder 2"/>
          <p:cNvSpPr>
            <a:spLocks noGrp="1"/>
          </p:cNvSpPr>
          <p:nvPr>
            <p:ph/>
          </p:nvPr>
        </p:nvSpPr>
        <p:spPr>
          <a:xfrm>
            <a:off x="311760" y="1152360"/>
            <a:ext cx="8520120" cy="3416040"/>
          </a:xfrm>
          <a:prstGeom prst="rect">
            <a:avLst/>
          </a:prstGeom>
          <a:noFill/>
          <a:ln w="0">
            <a:noFill/>
          </a:ln>
        </p:spPr>
        <p:txBody>
          <a:bodyPr lIns="0" rIns="0" tIns="0" bIns="0" anchor="t">
            <a:normAutofit/>
          </a:bodyPr>
          <a:p>
            <a:pPr indent="0">
              <a:spcBef>
                <a:spcPts val="1417"/>
              </a:spcBef>
              <a:buNone/>
            </a:pPr>
            <a:endParaRPr b="0" lang="en-US" sz="1400" spc="-1" strike="noStrike">
              <a:solidFill>
                <a:srgbClr val="000000"/>
              </a:solidFill>
              <a:latin typeface="Arial"/>
            </a:endParaRPr>
          </a:p>
        </p:txBody>
      </p:sp>
      <p:sp>
        <p:nvSpPr>
          <p:cNvPr id="4" name="PlaceHolder 3"/>
          <p:cNvSpPr>
            <a:spLocks noGrp="1"/>
          </p:cNvSpPr>
          <p:nvPr>
            <p:ph type="sldNum" idx="5"/>
          </p:nvPr>
        </p:nvSpPr>
        <p:spPr/>
        <p:txBody>
          <a:bodyPr/>
          <a:p>
            <a:fld id="{776400A0-B97F-4016-8968-F352222331C4}" type="slidenum">
              <a:t>&lt;#&gt;</a:t>
            </a:fld>
          </a:p>
        </p:txBody>
      </p:sp>
    </p:spTree>
  </p:cSld>
</p:sldLayout>
</file>

<file path=ppt/slideLayouts/slideLayout6.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woObj" preserve="1">
  <p:cSld name="TITLE_AND_TWO_COLUMNS">
    <p:spTree>
      <p:nvGrpSpPr>
        <p:cNvPr id="1" name=""/>
        <p:cNvGrpSpPr/>
        <p:nvPr/>
      </p:nvGrpSpPr>
      <p:grpSpPr>
        <a:xfrm>
          <a:off x="0" y="0"/>
          <a:ext cx="0" cy="0"/>
          <a:chOff x="0" y="0"/>
          <a:chExt cx="0" cy="0"/>
        </a:xfrm>
      </p:grpSpPr>
      <p:sp>
        <p:nvSpPr>
          <p:cNvPr id="19" name="PlaceHolder 1"/>
          <p:cNvSpPr>
            <a:spLocks noGrp="1"/>
          </p:cNvSpPr>
          <p:nvPr>
            <p:ph type="title"/>
          </p:nvPr>
        </p:nvSpPr>
        <p:spPr>
          <a:xfrm>
            <a:off x="311760" y="444960"/>
            <a:ext cx="8520120" cy="572400"/>
          </a:xfrm>
          <a:prstGeom prst="rect">
            <a:avLst/>
          </a:prstGeom>
          <a:noFill/>
          <a:ln w="0">
            <a:noFill/>
          </a:ln>
        </p:spPr>
        <p:txBody>
          <a:bodyPr lIns="0" rIns="0" tIns="0" bIns="0" anchor="ctr">
            <a:noAutofit/>
          </a:bodyPr>
          <a:p>
            <a:pPr indent="0">
              <a:buNone/>
            </a:pPr>
            <a:endParaRPr b="0" lang="en-US" sz="1400" spc="-1" strike="noStrike">
              <a:solidFill>
                <a:srgbClr val="000000"/>
              </a:solidFill>
              <a:latin typeface="Arial"/>
            </a:endParaRPr>
          </a:p>
        </p:txBody>
      </p:sp>
      <p:sp>
        <p:nvSpPr>
          <p:cNvPr id="20" name="PlaceHolder 2"/>
          <p:cNvSpPr>
            <a:spLocks noGrp="1"/>
          </p:cNvSpPr>
          <p:nvPr>
            <p:ph/>
          </p:nvPr>
        </p:nvSpPr>
        <p:spPr>
          <a:xfrm>
            <a:off x="311760" y="1152360"/>
            <a:ext cx="4157640" cy="3416040"/>
          </a:xfrm>
          <a:prstGeom prst="rect">
            <a:avLst/>
          </a:prstGeom>
          <a:noFill/>
          <a:ln w="0">
            <a:noFill/>
          </a:ln>
        </p:spPr>
        <p:txBody>
          <a:bodyPr lIns="0" rIns="0" tIns="0" bIns="0" anchor="t">
            <a:normAutofit/>
          </a:bodyPr>
          <a:p>
            <a:pPr indent="0">
              <a:spcBef>
                <a:spcPts val="1417"/>
              </a:spcBef>
              <a:buNone/>
            </a:pPr>
            <a:endParaRPr b="0" lang="en-US" sz="1400" spc="-1" strike="noStrike">
              <a:solidFill>
                <a:srgbClr val="000000"/>
              </a:solidFill>
              <a:latin typeface="Arial"/>
            </a:endParaRPr>
          </a:p>
        </p:txBody>
      </p:sp>
      <p:sp>
        <p:nvSpPr>
          <p:cNvPr id="21" name="PlaceHolder 3"/>
          <p:cNvSpPr>
            <a:spLocks noGrp="1"/>
          </p:cNvSpPr>
          <p:nvPr>
            <p:ph/>
          </p:nvPr>
        </p:nvSpPr>
        <p:spPr>
          <a:xfrm>
            <a:off x="4677840" y="1152360"/>
            <a:ext cx="4157640" cy="3416040"/>
          </a:xfrm>
          <a:prstGeom prst="rect">
            <a:avLst/>
          </a:prstGeom>
          <a:noFill/>
          <a:ln w="0">
            <a:noFill/>
          </a:ln>
        </p:spPr>
        <p:txBody>
          <a:bodyPr lIns="0" rIns="0" tIns="0" bIns="0" anchor="t">
            <a:normAutofit/>
          </a:bodyPr>
          <a:p>
            <a:pPr indent="0">
              <a:spcBef>
                <a:spcPts val="1417"/>
              </a:spcBef>
              <a:buNone/>
            </a:pPr>
            <a:endParaRPr b="0" lang="en-US" sz="1400" spc="-1" strike="noStrike">
              <a:solidFill>
                <a:srgbClr val="000000"/>
              </a:solidFill>
              <a:latin typeface="Arial"/>
            </a:endParaRPr>
          </a:p>
        </p:txBody>
      </p:sp>
      <p:sp>
        <p:nvSpPr>
          <p:cNvPr id="5" name="PlaceHolder 4"/>
          <p:cNvSpPr>
            <a:spLocks noGrp="1"/>
          </p:cNvSpPr>
          <p:nvPr>
            <p:ph type="sldNum" idx="6"/>
          </p:nvPr>
        </p:nvSpPr>
        <p:spPr/>
        <p:txBody>
          <a:bodyPr/>
          <a:p>
            <a:fld id="{E0002349-8C9B-44E3-88FA-2BCB6F0E85BD}" type="slidenum">
              <a:t>&lt;#&gt;</a:t>
            </a:fld>
          </a:p>
        </p:txBody>
      </p:sp>
    </p:spTree>
  </p:cSld>
</p:sldLayout>
</file>

<file path=ppt/slideLayouts/slideLayout7.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itleOnly" preserve="1">
  <p:cSld name="TITLE_ONLY">
    <p:spTree>
      <p:nvGrpSpPr>
        <p:cNvPr id="1" name=""/>
        <p:cNvGrpSpPr/>
        <p:nvPr/>
      </p:nvGrpSpPr>
      <p:grpSpPr>
        <a:xfrm>
          <a:off x="0" y="0"/>
          <a:ext cx="0" cy="0"/>
          <a:chOff x="0" y="0"/>
          <a:chExt cx="0" cy="0"/>
        </a:xfrm>
      </p:grpSpPr>
      <p:sp>
        <p:nvSpPr>
          <p:cNvPr id="24" name="PlaceHolder 1"/>
          <p:cNvSpPr>
            <a:spLocks noGrp="1"/>
          </p:cNvSpPr>
          <p:nvPr>
            <p:ph type="title"/>
          </p:nvPr>
        </p:nvSpPr>
        <p:spPr>
          <a:xfrm>
            <a:off x="311760" y="444960"/>
            <a:ext cx="8520120" cy="572400"/>
          </a:xfrm>
          <a:prstGeom prst="rect">
            <a:avLst/>
          </a:prstGeom>
          <a:noFill/>
          <a:ln w="0">
            <a:noFill/>
          </a:ln>
        </p:spPr>
        <p:txBody>
          <a:bodyPr lIns="0" rIns="0" tIns="0" bIns="0" anchor="ctr">
            <a:noAutofit/>
          </a:bodyPr>
          <a:p>
            <a:pPr indent="0">
              <a:buNone/>
            </a:pPr>
            <a:endParaRPr b="0" lang="en-US" sz="1400" spc="-1" strike="noStrike">
              <a:solidFill>
                <a:srgbClr val="000000"/>
              </a:solidFill>
              <a:latin typeface="Arial"/>
            </a:endParaRPr>
          </a:p>
        </p:txBody>
      </p:sp>
      <p:sp>
        <p:nvSpPr>
          <p:cNvPr id="3" name="PlaceHolder 2"/>
          <p:cNvSpPr>
            <a:spLocks noGrp="1"/>
          </p:cNvSpPr>
          <p:nvPr>
            <p:ph type="sldNum" idx="7"/>
          </p:nvPr>
        </p:nvSpPr>
        <p:spPr/>
        <p:txBody>
          <a:bodyPr/>
          <a:p>
            <a:fld id="{4C320368-1B81-4A51-9999-02FB4B3A42EB}" type="slidenum">
              <a:t>&lt;#&gt;</a:t>
            </a:fld>
          </a:p>
        </p:txBody>
      </p:sp>
    </p:spTree>
  </p:cSld>
</p:sldLayout>
</file>

<file path=ppt/slideLayouts/slideLayout8.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ONE_COLUMN_TEXT">
    <p:spTree>
      <p:nvGrpSpPr>
        <p:cNvPr id="1" name=""/>
        <p:cNvGrpSpPr/>
        <p:nvPr/>
      </p:nvGrpSpPr>
      <p:grpSpPr>
        <a:xfrm>
          <a:off x="0" y="0"/>
          <a:ext cx="0" cy="0"/>
          <a:chOff x="0" y="0"/>
          <a:chExt cx="0" cy="0"/>
        </a:xfrm>
      </p:grpSpPr>
      <p:sp>
        <p:nvSpPr>
          <p:cNvPr id="2" name="PlaceHolder 1"/>
          <p:cNvSpPr>
            <a:spLocks noGrp="1"/>
          </p:cNvSpPr>
          <p:nvPr>
            <p:ph type="sldNum" idx="8"/>
          </p:nvPr>
        </p:nvSpPr>
        <p:spPr/>
        <p:txBody>
          <a:bodyPr/>
          <a:p>
            <a:fld id="{8ECC7E2E-77A7-4421-8BA4-7DFD1B58F6DD}" type="slidenum">
              <a:t>&lt;#&gt;</a:t>
            </a:fld>
          </a:p>
        </p:txBody>
      </p:sp>
    </p:spTree>
  </p:cSld>
</p:sldLayout>
</file>

<file path=ppt/slideLayouts/slideLayout9.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MAIN_POINT">
    <p:spTree>
      <p:nvGrpSpPr>
        <p:cNvPr id="1" name=""/>
        <p:cNvGrpSpPr/>
        <p:nvPr/>
      </p:nvGrpSpPr>
      <p:grpSpPr>
        <a:xfrm>
          <a:off x="0" y="0"/>
          <a:ext cx="0" cy="0"/>
          <a:chOff x="0" y="0"/>
          <a:chExt cx="0" cy="0"/>
        </a:xfrm>
      </p:grpSpPr>
      <p:sp>
        <p:nvSpPr>
          <p:cNvPr id="2" name="PlaceHolder 1"/>
          <p:cNvSpPr>
            <a:spLocks noGrp="1"/>
          </p:cNvSpPr>
          <p:nvPr>
            <p:ph type="sldNum" idx="9"/>
          </p:nvPr>
        </p:nvSpPr>
        <p:spPr/>
        <p:txBody>
          <a:bodyPr/>
          <a:p>
            <a:fld id="{3963DAF1-16FF-4546-8B9E-3B09E7519D84}" type="slidenum">
              <a:t>&lt;#&gt;</a:t>
            </a:fld>
          </a:p>
        </p:txBody>
      </p:sp>
    </p:spTree>
  </p:cSld>
</p:sldLayout>
</file>

<file path=ppt/slideLayouts/slideLayout10.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SECTION_TITLE_AND_DESCRIPTION">
    <p:spTree>
      <p:nvGrpSpPr>
        <p:cNvPr id="1" name=""/>
        <p:cNvGrpSpPr/>
        <p:nvPr/>
      </p:nvGrpSpPr>
      <p:grpSpPr>
        <a:xfrm>
          <a:off x="0" y="0"/>
          <a:ext cx="0" cy="0"/>
          <a:chOff x="0" y="0"/>
          <a:chExt cx="0" cy="0"/>
        </a:xfrm>
      </p:grpSpPr>
      <p:sp>
        <p:nvSpPr>
          <p:cNvPr id="2" name="PlaceHolder 1"/>
          <p:cNvSpPr>
            <a:spLocks noGrp="1"/>
          </p:cNvSpPr>
          <p:nvPr>
            <p:ph type="sldNum" idx="10"/>
          </p:nvPr>
        </p:nvSpPr>
        <p:spPr/>
        <p:txBody>
          <a:bodyPr/>
          <a:p>
            <a:fld id="{B1FD9D2D-AD73-4DED-A56C-FA71C70CE157}" type="slidenum">
              <a:t>&lt;#&gt;</a:t>
            </a:fld>
          </a:p>
        </p:txBody>
      </p:sp>
    </p:spTree>
  </p:cSld>
</p:sldLayout>
</file>

<file path=ppt/slideLayouts/slideLayout11.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CAPTION_ONLY">
    <p:spTree>
      <p:nvGrpSpPr>
        <p:cNvPr id="1" name=""/>
        <p:cNvGrpSpPr/>
        <p:nvPr/>
      </p:nvGrpSpPr>
      <p:grpSpPr>
        <a:xfrm>
          <a:off x="0" y="0"/>
          <a:ext cx="0" cy="0"/>
          <a:chOff x="0" y="0"/>
          <a:chExt cx="0" cy="0"/>
        </a:xfrm>
      </p:grpSpPr>
      <p:sp>
        <p:nvSpPr>
          <p:cNvPr id="2" name="PlaceHolder 1"/>
          <p:cNvSpPr>
            <a:spLocks noGrp="1"/>
          </p:cNvSpPr>
          <p:nvPr>
            <p:ph type="sldNum" idx="11"/>
          </p:nvPr>
        </p:nvSpPr>
        <p:spPr/>
        <p:txBody>
          <a:bodyPr/>
          <a:p>
            <a:fld id="{96406493-615C-49EF-A4AE-CE33C94FE44D}" type="slidenum">
              <a:t>&lt;#&gt;</a:t>
            </a:fld>
          </a:p>
        </p:txBody>
      </p:sp>
    </p:spTree>
  </p:cSld>
</p:sldLayout>
</file>

<file path=ppt/slideMasters/_rels/slideMaster1.xml.rels><?xml version="1.0" encoding="UTF-8"?>
<Relationships xmlns="http://schemas.openxmlformats.org/package/2006/relationships"><Relationship Id="rId1" Type="http://schemas.openxmlformats.org/officeDocument/2006/relationships/theme" Target="../theme/theme1.xml"/><Relationship Id="rId2" Type="http://schemas.openxmlformats.org/officeDocument/2006/relationships/slideLayout" Target="../slideLayouts/slideLayout1.xml"/>
</Relationships>
</file>

<file path=ppt/slideMasters/_rels/slideMaster2.xml.rels><?xml version="1.0" encoding="UTF-8"?>
<Relationships xmlns="http://schemas.openxmlformats.org/package/2006/relationships"><Relationship Id="rId1" Type="http://schemas.openxmlformats.org/officeDocument/2006/relationships/theme" Target="../theme/theme2.xml"/><Relationship Id="rId2" Type="http://schemas.openxmlformats.org/officeDocument/2006/relationships/slideLayout" Target="../slideLayouts/slideLayout2.xml"/>
</Relationships>
</file>

<file path=ppt/slideMasters/_rels/slideMaster3.xml.rels><?xml version="1.0" encoding="UTF-8"?>
<Relationships xmlns="http://schemas.openxmlformats.org/package/2006/relationships"><Relationship Id="rId1" Type="http://schemas.openxmlformats.org/officeDocument/2006/relationships/theme" Target="../theme/theme3.xml"/><Relationship Id="rId2" Type="http://schemas.openxmlformats.org/officeDocument/2006/relationships/slideLayout" Target="../slideLayouts/slideLayout3.xml"/>
</Relationships>
</file>

<file path=ppt/slideMasters/_rels/slideMaster4.xml.rels><?xml version="1.0" encoding="UTF-8"?>
<Relationships xmlns="http://schemas.openxmlformats.org/package/2006/relationships"><Relationship Id="rId1" Type="http://schemas.openxmlformats.org/officeDocument/2006/relationships/theme" Target="../theme/theme4.xml"/><Relationship Id="rId2" Type="http://schemas.openxmlformats.org/officeDocument/2006/relationships/slideLayout" Target="../slideLayouts/slideLayout4.xml"/>
</Relationships>
</file>

<file path=ppt/slideMasters/_rels/slideMaster5.xml.rels><?xml version="1.0" encoding="UTF-8"?>
<Relationships xmlns="http://schemas.openxmlformats.org/package/2006/relationships"><Relationship Id="rId1" Type="http://schemas.openxmlformats.org/officeDocument/2006/relationships/theme" Target="../theme/theme5.xml"/><Relationship Id="rId2" Type="http://schemas.openxmlformats.org/officeDocument/2006/relationships/slideLayout" Target="../slideLayouts/slideLayout5.xml"/>
</Relationships>
</file>

<file path=ppt/slideMasters/_rels/slideMaster6.xml.rels><?xml version="1.0" encoding="UTF-8"?>
<Relationships xmlns="http://schemas.openxmlformats.org/package/2006/relationships"><Relationship Id="rId1" Type="http://schemas.openxmlformats.org/officeDocument/2006/relationships/theme" Target="../theme/theme6.xml"/><Relationship Id="rId2" Type="http://schemas.openxmlformats.org/officeDocument/2006/relationships/slideLayout" Target="../slideLayouts/slideLayout6.xml"/>
</Relationships>
</file>

<file path=ppt/slideMasters/_rels/slideMaster7.xml.rels><?xml version="1.0" encoding="UTF-8"?>
<Relationships xmlns="http://schemas.openxmlformats.org/package/2006/relationships"><Relationship Id="rId1" Type="http://schemas.openxmlformats.org/officeDocument/2006/relationships/theme" Target="../theme/theme7.xml"/><Relationship Id="rId2" Type="http://schemas.openxmlformats.org/officeDocument/2006/relationships/slideLayout" Target="../slideLayouts/slideLayout7.xml"/>
</Relationships>
</file>

<file path=ppt/slideMasters/_rels/slideMaster8.xml.rels><?xml version="1.0" encoding="UTF-8"?>
<Relationships xmlns="http://schemas.openxmlformats.org/package/2006/relationships"><Relationship Id="rId1" Type="http://schemas.openxmlformats.org/officeDocument/2006/relationships/theme" Target="../theme/theme8.xml"/><Relationship Id="rId2" Type="http://schemas.openxmlformats.org/officeDocument/2006/relationships/slideLayout" Target="../slideLayouts/slideLayout8.xml"/>
</Relationships>
</file>

<file path=ppt/slideMasters/_rels/slideMaster9.xml.rels><?xml version="1.0" encoding="UTF-8"?>
<Relationships xmlns="http://schemas.openxmlformats.org/package/2006/relationships"><Relationship Id="rId1" Type="http://schemas.openxmlformats.org/officeDocument/2006/relationships/theme" Target="../theme/theme9.xml"/><Relationship Id="rId2" Type="http://schemas.openxmlformats.org/officeDocument/2006/relationships/slideLayout" Target="../slideLayouts/slideLayout9.xml"/>
</Relationships>
</file>

<file path=ppt/slideMasters/_rels/slideMaster10.xml.rels><?xml version="1.0" encoding="UTF-8"?>
<Relationships xmlns="http://schemas.openxmlformats.org/package/2006/relationships"><Relationship Id="rId1" Type="http://schemas.openxmlformats.org/officeDocument/2006/relationships/theme" Target="../theme/theme10.xml"/><Relationship Id="rId2" Type="http://schemas.openxmlformats.org/officeDocument/2006/relationships/slideLayout" Target="../slideLayouts/slideLayout10.xml"/>
</Relationships>
</file>

<file path=ppt/slideMasters/_rels/slideMaster11.xml.rels><?xml version="1.0" encoding="UTF-8"?>
<Relationships xmlns="http://schemas.openxmlformats.org/package/2006/relationships"><Relationship Id="rId1" Type="http://schemas.openxmlformats.org/officeDocument/2006/relationships/theme" Target="../theme/theme11.xml"/><Relationship Id="rId2" Type="http://schemas.openxmlformats.org/officeDocument/2006/relationships/slideLayout" Target="../slideLayouts/slideLayout11.xml"/>
</Relationships>
</file>

<file path=ppt/slideMasters/slideMaster1.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chemeClr val="lt1"/>
        </a:solidFill>
      </p:bgPr>
    </p:bg>
    <p:spTree>
      <p:nvGrpSpPr>
        <p:cNvPr id="1" name=""/>
        <p:cNvGrpSpPr/>
        <p:nvPr/>
      </p:nvGrpSpPr>
      <p:grpSpPr>
        <a:xfrm>
          <a:off x="0" y="0"/>
          <a:ext cx="0" cy="0"/>
          <a:chOff x="0" y="0"/>
          <a:chExt cx="0" cy="0"/>
        </a:xfrm>
      </p:grpSpPr>
      <p:sp>
        <p:nvSpPr>
          <p:cNvPr id="0" name="PlaceHolder 1"/>
          <p:cNvSpPr>
            <a:spLocks noGrp="1"/>
          </p:cNvSpPr>
          <p:nvPr>
            <p:ph type="title"/>
          </p:nvPr>
        </p:nvSpPr>
        <p:spPr>
          <a:xfrm>
            <a:off x="311760" y="744480"/>
            <a:ext cx="8520120" cy="2052360"/>
          </a:xfrm>
          <a:prstGeom prst="rect">
            <a:avLst/>
          </a:prstGeom>
          <a:noFill/>
          <a:ln w="0">
            <a:noFill/>
          </a:ln>
        </p:spPr>
        <p:txBody>
          <a:bodyPr lIns="91440" rIns="91440" tIns="91440" bIns="91440" anchor="b">
            <a:normAutofit/>
          </a:bodyPr>
          <a:p>
            <a:pPr indent="0">
              <a:buNone/>
            </a:pPr>
            <a:r>
              <a:rPr b="0" lang="en-US" sz="5200" spc="-1" strike="noStrike">
                <a:solidFill>
                  <a:srgbClr val="000000"/>
                </a:solidFill>
                <a:latin typeface="Arial"/>
              </a:rPr>
              <a:t>Click to edit the title text </a:t>
            </a:r>
            <a:r>
              <a:rPr b="0" lang="en-US" sz="5200" spc="-1" strike="noStrike">
                <a:solidFill>
                  <a:srgbClr val="000000"/>
                </a:solidFill>
                <a:latin typeface="Arial"/>
              </a:rPr>
              <a:t>format</a:t>
            </a:r>
            <a:endParaRPr b="0" lang="en-US" sz="5200" spc="-1" strike="noStrike">
              <a:solidFill>
                <a:srgbClr val="000000"/>
              </a:solidFill>
              <a:latin typeface="Arial"/>
            </a:endParaRPr>
          </a:p>
        </p:txBody>
      </p:sp>
      <p:sp>
        <p:nvSpPr>
          <p:cNvPr id="1" name="PlaceHolder 2"/>
          <p:cNvSpPr>
            <a:spLocks noGrp="1"/>
          </p:cNvSpPr>
          <p:nvPr>
            <p:ph type="sldNum" idx="1"/>
          </p:nvPr>
        </p:nvSpPr>
        <p:spPr>
          <a:xfrm>
            <a:off x="8472600" y="4663080"/>
            <a:ext cx="548280" cy="393120"/>
          </a:xfrm>
          <a:prstGeom prst="rect">
            <a:avLst/>
          </a:prstGeom>
          <a:noFill/>
          <a:ln w="0">
            <a:noFill/>
          </a:ln>
        </p:spPr>
        <p:txBody>
          <a:bodyPr lIns="91440" rIns="91440" tIns="91440" bIns="91440" anchor="ctr">
            <a:normAutofit/>
          </a:bodyPr>
          <a:lstStyle>
            <a:lvl1pPr indent="0" algn="r">
              <a:lnSpc>
                <a:spcPct val="100000"/>
              </a:lnSpc>
              <a:buNone/>
              <a:tabLst>
                <a:tab algn="l" pos="0"/>
              </a:tabLst>
              <a:defRPr b="0" lang="en-US" sz="1000" spc="-1" strike="noStrike">
                <a:solidFill>
                  <a:schemeClr val="dk2"/>
                </a:solidFill>
                <a:latin typeface="Arial"/>
                <a:ea typeface="Arial"/>
              </a:defRPr>
            </a:lvl1pPr>
          </a:lstStyle>
          <a:p>
            <a:pPr indent="0" algn="r">
              <a:lnSpc>
                <a:spcPct val="100000"/>
              </a:lnSpc>
              <a:buNone/>
              <a:tabLst>
                <a:tab algn="l" pos="0"/>
              </a:tabLst>
            </a:pPr>
            <a:fld id="{E569B6B6-1303-4EBE-B4DE-0D1364C68523}" type="slidenum">
              <a:rPr b="0" lang="en-US" sz="1000" spc="-1" strike="noStrike">
                <a:solidFill>
                  <a:schemeClr val="dk2"/>
                </a:solidFill>
                <a:latin typeface="Arial"/>
                <a:ea typeface="Arial"/>
              </a:rPr>
              <a:t>&lt;number&gt;</a:t>
            </a:fld>
            <a:endParaRPr b="0" lang="en-US" sz="1000" spc="-1" strike="noStrike">
              <a:solidFill>
                <a:srgbClr val="000000"/>
              </a:solidFill>
              <a:latin typeface="Times New Roman"/>
            </a:endParaRPr>
          </a:p>
        </p:txBody>
      </p:sp>
    </p:spTree>
  </p:cSld>
  <p:clrMap bg1="lt1" bg2="lt2" tx1="dk1" tx2="dk2" accent1="accent1" accent2="accent2" accent3="accent3" accent4="accent4" accent5="accent5" accent6="accent6" hlink="hlink" folHlink="folHlink"/>
  <p:sldLayoutIdLst>
    <p:sldLayoutId id="2147483649" r:id="rId2"/>
  </p:sldLayoutIdLst>
</p:sldMaster>
</file>

<file path=ppt/slideMasters/slideMaster2.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chemeClr val="lt1"/>
        </a:solidFill>
      </p:bgPr>
    </p:bg>
    <p:spTree>
      <p:nvGrpSpPr>
        <p:cNvPr id="1" name=""/>
        <p:cNvGrpSpPr/>
        <p:nvPr/>
      </p:nvGrpSpPr>
      <p:grpSpPr>
        <a:xfrm>
          <a:off x="0" y="0"/>
          <a:ext cx="0" cy="0"/>
          <a:chOff x="0" y="0"/>
          <a:chExt cx="0" cy="0"/>
        </a:xfrm>
      </p:grpSpPr>
      <p:sp>
        <p:nvSpPr>
          <p:cNvPr id="4" name="PlaceHolder 1"/>
          <p:cNvSpPr>
            <a:spLocks noGrp="1"/>
          </p:cNvSpPr>
          <p:nvPr>
            <p:ph type="title"/>
          </p:nvPr>
        </p:nvSpPr>
        <p:spPr>
          <a:xfrm>
            <a:off x="311760" y="1106280"/>
            <a:ext cx="8520120" cy="1963080"/>
          </a:xfrm>
          <a:prstGeom prst="rect">
            <a:avLst/>
          </a:prstGeom>
          <a:noFill/>
          <a:ln w="0">
            <a:noFill/>
          </a:ln>
        </p:spPr>
        <p:txBody>
          <a:bodyPr lIns="91440" rIns="91440" tIns="91440" bIns="91440" anchor="b">
            <a:normAutofit fontScale="98341"/>
          </a:bodyPr>
          <a:p>
            <a:pPr indent="0" algn="ctr">
              <a:lnSpc>
                <a:spcPct val="100000"/>
              </a:lnSpc>
              <a:buNone/>
            </a:pPr>
            <a:r>
              <a:rPr b="0" lang="en-US" sz="12000" spc="-1" strike="noStrike">
                <a:solidFill>
                  <a:schemeClr val="dk1"/>
                </a:solidFill>
                <a:latin typeface="Arial"/>
                <a:ea typeface="Arial"/>
              </a:rPr>
              <a:t>x</a:t>
            </a:r>
            <a:r>
              <a:rPr b="0" lang="en-US" sz="12000" spc="-1" strike="noStrike">
                <a:solidFill>
                  <a:schemeClr val="dk1"/>
                </a:solidFill>
                <a:latin typeface="Arial"/>
                <a:ea typeface="Arial"/>
              </a:rPr>
              <a:t>x</a:t>
            </a:r>
            <a:r>
              <a:rPr b="0" lang="en-US" sz="12000" spc="-1" strike="noStrike">
                <a:solidFill>
                  <a:schemeClr val="dk1"/>
                </a:solidFill>
                <a:latin typeface="Arial"/>
                <a:ea typeface="Arial"/>
              </a:rPr>
              <a:t>%</a:t>
            </a:r>
            <a:endParaRPr b="0" lang="en-US" sz="12000" spc="-1" strike="noStrike">
              <a:solidFill>
                <a:srgbClr val="000000"/>
              </a:solidFill>
              <a:latin typeface="Arial"/>
            </a:endParaRPr>
          </a:p>
        </p:txBody>
      </p:sp>
      <p:sp>
        <p:nvSpPr>
          <p:cNvPr id="5" name="PlaceHolder 2"/>
          <p:cNvSpPr>
            <a:spLocks noGrp="1"/>
          </p:cNvSpPr>
          <p:nvPr>
            <p:ph type="body"/>
          </p:nvPr>
        </p:nvSpPr>
        <p:spPr>
          <a:xfrm>
            <a:off x="311760" y="3152160"/>
            <a:ext cx="8520120" cy="1300320"/>
          </a:xfrm>
          <a:prstGeom prst="rect">
            <a:avLst/>
          </a:prstGeom>
          <a:noFill/>
          <a:ln w="0">
            <a:noFill/>
          </a:ln>
        </p:spPr>
        <p:txBody>
          <a:bodyPr lIns="91440" rIns="91440" tIns="91440" bIns="91440" anchor="t">
            <a:normAutofit fontScale="50000" lnSpcReduction="20000"/>
          </a:bodyPr>
          <a:p>
            <a:pPr marL="432000" indent="-324000">
              <a:spcBef>
                <a:spcPts val="1417"/>
              </a:spcBef>
              <a:buClr>
                <a:srgbClr val="000000"/>
              </a:buClr>
              <a:buSzPct val="45000"/>
              <a:buFont typeface="Wingdings" charset="2"/>
              <a:buChar char=""/>
            </a:pPr>
            <a:r>
              <a:rPr b="0" lang="en-US" sz="1800" spc="-1" strike="noStrike">
                <a:solidFill>
                  <a:srgbClr val="000000"/>
                </a:solidFill>
                <a:latin typeface="Arial"/>
              </a:rPr>
              <a:t>Click to edit the outline text format</a:t>
            </a:r>
            <a:endParaRPr b="0" lang="en-US" sz="1800" spc="-1" strike="noStrike">
              <a:solidFill>
                <a:srgbClr val="000000"/>
              </a:solidFill>
              <a:latin typeface="Arial"/>
            </a:endParaRPr>
          </a:p>
          <a:p>
            <a:pPr lvl="1" marL="864000" indent="-324000">
              <a:spcBef>
                <a:spcPts val="1134"/>
              </a:spcBef>
              <a:buClr>
                <a:srgbClr val="000000"/>
              </a:buClr>
              <a:buSzPct val="75000"/>
              <a:buFont typeface="Symbol" charset="2"/>
              <a:buChar char=""/>
            </a:pPr>
            <a:r>
              <a:rPr b="0" lang="en-US" sz="1800" spc="-1" strike="noStrike">
                <a:solidFill>
                  <a:srgbClr val="000000"/>
                </a:solidFill>
                <a:latin typeface="Arial"/>
              </a:rPr>
              <a:t>Second Outline Level</a:t>
            </a:r>
            <a:endParaRPr b="0" lang="en-US" sz="1800" spc="-1" strike="noStrike">
              <a:solidFill>
                <a:srgbClr val="000000"/>
              </a:solidFill>
              <a:latin typeface="Arial"/>
            </a:endParaRPr>
          </a:p>
          <a:p>
            <a:pPr lvl="2" marL="1296000" indent="-288000">
              <a:spcBef>
                <a:spcPts val="850"/>
              </a:spcBef>
              <a:buClr>
                <a:srgbClr val="000000"/>
              </a:buClr>
              <a:buSzPct val="45000"/>
              <a:buFont typeface="Wingdings" charset="2"/>
              <a:buChar char=""/>
            </a:pPr>
            <a:r>
              <a:rPr b="0" lang="en-US" sz="1800" spc="-1" strike="noStrike">
                <a:solidFill>
                  <a:srgbClr val="000000"/>
                </a:solidFill>
                <a:latin typeface="Arial"/>
              </a:rPr>
              <a:t>Third Outline Level</a:t>
            </a:r>
            <a:endParaRPr b="0" lang="en-US" sz="1800" spc="-1" strike="noStrike">
              <a:solidFill>
                <a:srgbClr val="000000"/>
              </a:solidFill>
              <a:latin typeface="Arial"/>
            </a:endParaRPr>
          </a:p>
          <a:p>
            <a:pPr lvl="3" marL="1728000" indent="-216000">
              <a:spcBef>
                <a:spcPts val="567"/>
              </a:spcBef>
              <a:buClr>
                <a:srgbClr val="000000"/>
              </a:buClr>
              <a:buSzPct val="75000"/>
              <a:buFont typeface="Symbol" charset="2"/>
              <a:buChar char=""/>
            </a:pPr>
            <a:r>
              <a:rPr b="0" lang="en-US" sz="1800" spc="-1" strike="noStrike">
                <a:solidFill>
                  <a:srgbClr val="000000"/>
                </a:solidFill>
                <a:latin typeface="Arial"/>
              </a:rPr>
              <a:t>Fourth Outline Level</a:t>
            </a:r>
            <a:endParaRPr b="0" lang="en-US" sz="1800" spc="-1" strike="noStrike">
              <a:solidFill>
                <a:srgbClr val="000000"/>
              </a:solidFill>
              <a:latin typeface="Arial"/>
            </a:endParaRPr>
          </a:p>
          <a:p>
            <a:pPr lvl="4" marL="2160000" indent="-216000">
              <a:spcBef>
                <a:spcPts val="283"/>
              </a:spcBef>
              <a:buClr>
                <a:srgbClr val="000000"/>
              </a:buClr>
              <a:buSzPct val="45000"/>
              <a:buFont typeface="Wingdings" charset="2"/>
              <a:buChar char=""/>
            </a:pPr>
            <a:r>
              <a:rPr b="0" lang="en-US" sz="1800" spc="-1" strike="noStrike">
                <a:solidFill>
                  <a:srgbClr val="000000"/>
                </a:solidFill>
                <a:latin typeface="Arial"/>
              </a:rPr>
              <a:t>Fifth Outline Level</a:t>
            </a:r>
            <a:endParaRPr b="0" lang="en-US" sz="1800" spc="-1" strike="noStrike">
              <a:solidFill>
                <a:srgbClr val="000000"/>
              </a:solidFill>
              <a:latin typeface="Arial"/>
            </a:endParaRPr>
          </a:p>
          <a:p>
            <a:pPr lvl="5" marL="2592000" indent="-216000">
              <a:spcBef>
                <a:spcPts val="283"/>
              </a:spcBef>
              <a:buClr>
                <a:srgbClr val="000000"/>
              </a:buClr>
              <a:buSzPct val="45000"/>
              <a:buFont typeface="Wingdings" charset="2"/>
              <a:buChar char=""/>
            </a:pPr>
            <a:r>
              <a:rPr b="0" lang="en-US" sz="1800" spc="-1" strike="noStrike">
                <a:solidFill>
                  <a:srgbClr val="000000"/>
                </a:solidFill>
                <a:latin typeface="Arial"/>
              </a:rPr>
              <a:t>Sixth Outline Level</a:t>
            </a:r>
            <a:endParaRPr b="0" lang="en-US" sz="1800" spc="-1" strike="noStrike">
              <a:solidFill>
                <a:srgbClr val="000000"/>
              </a:solidFill>
              <a:latin typeface="Arial"/>
            </a:endParaRPr>
          </a:p>
          <a:p>
            <a:pPr lvl="6" marL="3024000" indent="-216000">
              <a:spcBef>
                <a:spcPts val="283"/>
              </a:spcBef>
              <a:buClr>
                <a:srgbClr val="000000"/>
              </a:buClr>
              <a:buSzPct val="45000"/>
              <a:buFont typeface="Wingdings" charset="2"/>
              <a:buChar char=""/>
            </a:pPr>
            <a:r>
              <a:rPr b="0" lang="en-US" sz="1800" spc="-1" strike="noStrike">
                <a:solidFill>
                  <a:srgbClr val="000000"/>
                </a:solidFill>
                <a:latin typeface="Arial"/>
              </a:rPr>
              <a:t>Seventh Outline Level</a:t>
            </a:r>
            <a:endParaRPr b="0" lang="en-US" sz="1800" spc="-1" strike="noStrike">
              <a:solidFill>
                <a:srgbClr val="000000"/>
              </a:solidFill>
              <a:latin typeface="Arial"/>
            </a:endParaRPr>
          </a:p>
        </p:txBody>
      </p:sp>
      <p:sp>
        <p:nvSpPr>
          <p:cNvPr id="6" name="PlaceHolder 3"/>
          <p:cNvSpPr>
            <a:spLocks noGrp="1"/>
          </p:cNvSpPr>
          <p:nvPr>
            <p:ph type="sldNum" idx="2"/>
          </p:nvPr>
        </p:nvSpPr>
        <p:spPr>
          <a:xfrm>
            <a:off x="8472600" y="4663080"/>
            <a:ext cx="548280" cy="393120"/>
          </a:xfrm>
          <a:prstGeom prst="rect">
            <a:avLst/>
          </a:prstGeom>
          <a:noFill/>
          <a:ln w="0">
            <a:noFill/>
          </a:ln>
        </p:spPr>
        <p:txBody>
          <a:bodyPr lIns="91440" rIns="91440" tIns="91440" bIns="91440" anchor="ctr">
            <a:normAutofit/>
          </a:bodyPr>
          <a:lstStyle>
            <a:lvl1pPr indent="0" algn="r">
              <a:lnSpc>
                <a:spcPct val="100000"/>
              </a:lnSpc>
              <a:buNone/>
              <a:tabLst>
                <a:tab algn="l" pos="0"/>
              </a:tabLst>
              <a:defRPr b="0" lang="en-US" sz="1000" spc="-1" strike="noStrike">
                <a:solidFill>
                  <a:schemeClr val="dk2"/>
                </a:solidFill>
                <a:latin typeface="Arial"/>
                <a:ea typeface="Arial"/>
              </a:defRPr>
            </a:lvl1pPr>
          </a:lstStyle>
          <a:p>
            <a:pPr indent="0" algn="r">
              <a:lnSpc>
                <a:spcPct val="100000"/>
              </a:lnSpc>
              <a:buNone/>
              <a:tabLst>
                <a:tab algn="l" pos="0"/>
              </a:tabLst>
            </a:pPr>
            <a:fld id="{7F2148CF-ABB6-4C6C-ADFC-89FBD23FE56A}" type="slidenum">
              <a:rPr b="0" lang="en-US" sz="1000" spc="-1" strike="noStrike">
                <a:solidFill>
                  <a:schemeClr val="dk2"/>
                </a:solidFill>
                <a:latin typeface="Arial"/>
                <a:ea typeface="Arial"/>
              </a:rPr>
              <a:t>&lt;number&gt;</a:t>
            </a:fld>
            <a:endParaRPr b="0" lang="en-US" sz="1000" spc="-1" strike="noStrike">
              <a:solidFill>
                <a:srgbClr val="000000"/>
              </a:solidFill>
              <a:latin typeface="Times New Roman"/>
            </a:endParaRPr>
          </a:p>
        </p:txBody>
      </p:sp>
    </p:spTree>
  </p:cSld>
  <p:clrMap bg1="lt1" bg2="lt2" tx1="dk1" tx2="dk2" accent1="accent1" accent2="accent2" accent3="accent3" accent4="accent4" accent5="accent5" accent6="accent6" hlink="hlink" folHlink="folHlink"/>
  <p:sldLayoutIdLst>
    <p:sldLayoutId id="2147483651" r:id="rId2"/>
  </p:sldLayoutIdLst>
</p:sldMaster>
</file>

<file path=ppt/slideMasters/slideMaster3.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chemeClr val="lt1"/>
        </a:solidFill>
      </p:bgPr>
    </p:bg>
    <p:spTree>
      <p:nvGrpSpPr>
        <p:cNvPr id="1" name=""/>
        <p:cNvGrpSpPr/>
        <p:nvPr/>
      </p:nvGrpSpPr>
      <p:grpSpPr>
        <a:xfrm>
          <a:off x="0" y="0"/>
          <a:ext cx="0" cy="0"/>
          <a:chOff x="0" y="0"/>
          <a:chExt cx="0" cy="0"/>
        </a:xfrm>
      </p:grpSpPr>
      <p:sp>
        <p:nvSpPr>
          <p:cNvPr id="7" name="PlaceHolder 1"/>
          <p:cNvSpPr>
            <a:spLocks noGrp="1"/>
          </p:cNvSpPr>
          <p:nvPr>
            <p:ph type="sldNum" idx="3"/>
          </p:nvPr>
        </p:nvSpPr>
        <p:spPr>
          <a:xfrm>
            <a:off x="8472600" y="4663080"/>
            <a:ext cx="548280" cy="393120"/>
          </a:xfrm>
          <a:prstGeom prst="rect">
            <a:avLst/>
          </a:prstGeom>
          <a:noFill/>
          <a:ln w="0">
            <a:noFill/>
          </a:ln>
        </p:spPr>
        <p:txBody>
          <a:bodyPr lIns="91440" rIns="91440" tIns="91440" bIns="91440" anchor="ctr">
            <a:normAutofit/>
          </a:bodyPr>
          <a:lstStyle>
            <a:lvl1pPr indent="0" algn="r">
              <a:lnSpc>
                <a:spcPct val="100000"/>
              </a:lnSpc>
              <a:buNone/>
              <a:tabLst>
                <a:tab algn="l" pos="0"/>
              </a:tabLst>
              <a:defRPr b="0" lang="en-US" sz="1000" spc="-1" strike="noStrike">
                <a:solidFill>
                  <a:schemeClr val="dk2"/>
                </a:solidFill>
                <a:latin typeface="Arial"/>
                <a:ea typeface="Arial"/>
              </a:defRPr>
            </a:lvl1pPr>
          </a:lstStyle>
          <a:p>
            <a:pPr indent="0" algn="r">
              <a:lnSpc>
                <a:spcPct val="100000"/>
              </a:lnSpc>
              <a:buNone/>
              <a:tabLst>
                <a:tab algn="l" pos="0"/>
              </a:tabLst>
            </a:pPr>
            <a:fld id="{5198811A-CCF7-4A6F-B6A6-59E02056943F}" type="slidenum">
              <a:rPr b="0" lang="en-US" sz="1000" spc="-1" strike="noStrike">
                <a:solidFill>
                  <a:schemeClr val="dk2"/>
                </a:solidFill>
                <a:latin typeface="Arial"/>
                <a:ea typeface="Arial"/>
              </a:rPr>
              <a:t>&lt;number&gt;</a:t>
            </a:fld>
            <a:endParaRPr b="0" lang="en-US" sz="1000" spc="-1" strike="noStrike">
              <a:solidFill>
                <a:srgbClr val="000000"/>
              </a:solidFill>
              <a:latin typeface="Times New Roman"/>
            </a:endParaRPr>
          </a:p>
        </p:txBody>
      </p:sp>
    </p:spTree>
  </p:cSld>
  <p:clrMap bg1="lt1" bg2="lt2" tx1="dk1" tx2="dk2" accent1="accent1" accent2="accent2" accent3="accent3" accent4="accent4" accent5="accent5" accent6="accent6" hlink="hlink" folHlink="folHlink"/>
  <p:sldLayoutIdLst>
    <p:sldLayoutId id="2147483653" r:id="rId2"/>
  </p:sldLayoutIdLst>
</p:sldMaster>
</file>

<file path=ppt/slideMasters/slideMaster4.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chemeClr val="lt1"/>
        </a:solidFill>
      </p:bgPr>
    </p:bg>
    <p:spTree>
      <p:nvGrpSpPr>
        <p:cNvPr id="1" name=""/>
        <p:cNvGrpSpPr/>
        <p:nvPr/>
      </p:nvGrpSpPr>
      <p:grpSpPr>
        <a:xfrm>
          <a:off x="0" y="0"/>
          <a:ext cx="0" cy="0"/>
          <a:chOff x="0" y="0"/>
          <a:chExt cx="0" cy="0"/>
        </a:xfrm>
      </p:grpSpPr>
      <p:sp>
        <p:nvSpPr>
          <p:cNvPr id="8" name="PlaceHolder 1"/>
          <p:cNvSpPr>
            <a:spLocks noGrp="1"/>
          </p:cNvSpPr>
          <p:nvPr>
            <p:ph type="title"/>
          </p:nvPr>
        </p:nvSpPr>
        <p:spPr>
          <a:xfrm>
            <a:off x="311760" y="2151000"/>
            <a:ext cx="8520120" cy="841320"/>
          </a:xfrm>
          <a:prstGeom prst="rect">
            <a:avLst/>
          </a:prstGeom>
          <a:noFill/>
          <a:ln w="0">
            <a:noFill/>
          </a:ln>
        </p:spPr>
        <p:txBody>
          <a:bodyPr lIns="91440" rIns="91440" tIns="91440" bIns="91440" anchor="ctr">
            <a:normAutofit/>
          </a:bodyPr>
          <a:p>
            <a:pPr indent="0">
              <a:buNone/>
            </a:pPr>
            <a:r>
              <a:rPr b="0" lang="en-US" sz="3600" spc="-1" strike="noStrike">
                <a:solidFill>
                  <a:srgbClr val="000000"/>
                </a:solidFill>
                <a:latin typeface="Arial"/>
              </a:rPr>
              <a:t>Click to </a:t>
            </a:r>
            <a:r>
              <a:rPr b="0" lang="en-US" sz="3600" spc="-1" strike="noStrike">
                <a:solidFill>
                  <a:srgbClr val="000000"/>
                </a:solidFill>
                <a:latin typeface="Arial"/>
              </a:rPr>
              <a:t>edit the title </a:t>
            </a:r>
            <a:r>
              <a:rPr b="0" lang="en-US" sz="3600" spc="-1" strike="noStrike">
                <a:solidFill>
                  <a:srgbClr val="000000"/>
                </a:solidFill>
                <a:latin typeface="Arial"/>
              </a:rPr>
              <a:t>text format</a:t>
            </a:r>
            <a:endParaRPr b="0" lang="en-US" sz="3600" spc="-1" strike="noStrike">
              <a:solidFill>
                <a:srgbClr val="000000"/>
              </a:solidFill>
              <a:latin typeface="Arial"/>
            </a:endParaRPr>
          </a:p>
        </p:txBody>
      </p:sp>
      <p:sp>
        <p:nvSpPr>
          <p:cNvPr id="9" name="PlaceHolder 2"/>
          <p:cNvSpPr>
            <a:spLocks noGrp="1"/>
          </p:cNvSpPr>
          <p:nvPr>
            <p:ph type="sldNum" idx="4"/>
          </p:nvPr>
        </p:nvSpPr>
        <p:spPr>
          <a:xfrm>
            <a:off x="8472600" y="4663080"/>
            <a:ext cx="548280" cy="393120"/>
          </a:xfrm>
          <a:prstGeom prst="rect">
            <a:avLst/>
          </a:prstGeom>
          <a:noFill/>
          <a:ln w="0">
            <a:noFill/>
          </a:ln>
        </p:spPr>
        <p:txBody>
          <a:bodyPr lIns="91440" rIns="91440" tIns="91440" bIns="91440" anchor="ctr">
            <a:normAutofit/>
          </a:bodyPr>
          <a:lstStyle>
            <a:lvl1pPr indent="0" algn="r">
              <a:lnSpc>
                <a:spcPct val="100000"/>
              </a:lnSpc>
              <a:buNone/>
              <a:tabLst>
                <a:tab algn="l" pos="0"/>
              </a:tabLst>
              <a:defRPr b="0" lang="en-US" sz="1000" spc="-1" strike="noStrike">
                <a:solidFill>
                  <a:schemeClr val="dk2"/>
                </a:solidFill>
                <a:latin typeface="Arial"/>
                <a:ea typeface="Arial"/>
              </a:defRPr>
            </a:lvl1pPr>
          </a:lstStyle>
          <a:p>
            <a:pPr indent="0" algn="r">
              <a:lnSpc>
                <a:spcPct val="100000"/>
              </a:lnSpc>
              <a:buNone/>
              <a:tabLst>
                <a:tab algn="l" pos="0"/>
              </a:tabLst>
            </a:pPr>
            <a:fld id="{BD5FCE2F-BB81-4B59-AB6B-414BBC097B71}" type="slidenum">
              <a:rPr b="0" lang="en-US" sz="1000" spc="-1" strike="noStrike">
                <a:solidFill>
                  <a:schemeClr val="dk2"/>
                </a:solidFill>
                <a:latin typeface="Arial"/>
                <a:ea typeface="Arial"/>
              </a:rPr>
              <a:t>&lt;number&gt;</a:t>
            </a:fld>
            <a:endParaRPr b="0" lang="en-US" sz="1000" spc="-1" strike="noStrike">
              <a:solidFill>
                <a:srgbClr val="000000"/>
              </a:solidFill>
              <a:latin typeface="Times New Roman"/>
            </a:endParaRPr>
          </a:p>
        </p:txBody>
      </p:sp>
    </p:spTree>
  </p:cSld>
  <p:clrMap bg1="lt1" bg2="lt2" tx1="dk1" tx2="dk2" accent1="accent1" accent2="accent2" accent3="accent3" accent4="accent4" accent5="accent5" accent6="accent6" hlink="hlink" folHlink="folHlink"/>
  <p:sldLayoutIdLst>
    <p:sldLayoutId id="2147483655" r:id="rId2"/>
  </p:sldLayoutIdLst>
</p:sldMaster>
</file>

<file path=ppt/slideMasters/slideMaster5.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chemeClr val="lt1"/>
        </a:solidFill>
      </p:bgPr>
    </p:bg>
    <p:spTree>
      <p:nvGrpSpPr>
        <p:cNvPr id="1" name=""/>
        <p:cNvGrpSpPr/>
        <p:nvPr/>
      </p:nvGrpSpPr>
      <p:grpSpPr>
        <a:xfrm>
          <a:off x="0" y="0"/>
          <a:ext cx="0" cy="0"/>
          <a:chOff x="0" y="0"/>
          <a:chExt cx="0" cy="0"/>
        </a:xfrm>
      </p:grpSpPr>
      <p:sp>
        <p:nvSpPr>
          <p:cNvPr id="10" name="PlaceHolder 1"/>
          <p:cNvSpPr>
            <a:spLocks noGrp="1"/>
          </p:cNvSpPr>
          <p:nvPr>
            <p:ph type="title"/>
          </p:nvPr>
        </p:nvSpPr>
        <p:spPr>
          <a:xfrm>
            <a:off x="311760" y="444960"/>
            <a:ext cx="8520120" cy="572400"/>
          </a:xfrm>
          <a:prstGeom prst="rect">
            <a:avLst/>
          </a:prstGeom>
          <a:noFill/>
          <a:ln w="0">
            <a:noFill/>
          </a:ln>
        </p:spPr>
        <p:txBody>
          <a:bodyPr lIns="91440" rIns="91440" tIns="91440" bIns="91440" anchor="t">
            <a:normAutofit fontScale="93550"/>
          </a:bodyPr>
          <a:p>
            <a:pPr indent="0">
              <a:buNone/>
            </a:pPr>
            <a:r>
              <a:rPr b="0" lang="en-US" sz="2800" spc="-1" strike="noStrike">
                <a:solidFill>
                  <a:srgbClr val="000000"/>
                </a:solidFill>
                <a:latin typeface="Arial"/>
              </a:rPr>
              <a:t>Click to </a:t>
            </a:r>
            <a:r>
              <a:rPr b="0" lang="en-US" sz="2800" spc="-1" strike="noStrike">
                <a:solidFill>
                  <a:srgbClr val="000000"/>
                </a:solidFill>
                <a:latin typeface="Arial"/>
              </a:rPr>
              <a:t>edit the </a:t>
            </a:r>
            <a:r>
              <a:rPr b="0" lang="en-US" sz="2800" spc="-1" strike="noStrike">
                <a:solidFill>
                  <a:srgbClr val="000000"/>
                </a:solidFill>
                <a:latin typeface="Arial"/>
              </a:rPr>
              <a:t>title text </a:t>
            </a:r>
            <a:r>
              <a:rPr b="0" lang="en-US" sz="2800" spc="-1" strike="noStrike">
                <a:solidFill>
                  <a:srgbClr val="000000"/>
                </a:solidFill>
                <a:latin typeface="Arial"/>
              </a:rPr>
              <a:t>format</a:t>
            </a:r>
            <a:endParaRPr b="0" lang="en-US" sz="2800" spc="-1" strike="noStrike">
              <a:solidFill>
                <a:srgbClr val="000000"/>
              </a:solidFill>
              <a:latin typeface="Arial"/>
            </a:endParaRPr>
          </a:p>
        </p:txBody>
      </p:sp>
      <p:sp>
        <p:nvSpPr>
          <p:cNvPr id="11" name="PlaceHolder 2"/>
          <p:cNvSpPr>
            <a:spLocks noGrp="1"/>
          </p:cNvSpPr>
          <p:nvPr>
            <p:ph type="body"/>
          </p:nvPr>
        </p:nvSpPr>
        <p:spPr>
          <a:xfrm>
            <a:off x="311760" y="1152360"/>
            <a:ext cx="8520120" cy="3416040"/>
          </a:xfrm>
          <a:prstGeom prst="rect">
            <a:avLst/>
          </a:prstGeom>
          <a:noFill/>
          <a:ln w="0">
            <a:noFill/>
          </a:ln>
        </p:spPr>
        <p:txBody>
          <a:bodyPr lIns="91440" rIns="91440" tIns="91440" bIns="91440" anchor="t">
            <a:normAutofit/>
          </a:bodyPr>
          <a:p>
            <a:pPr marL="432000" indent="-324000">
              <a:spcBef>
                <a:spcPts val="1417"/>
              </a:spcBef>
              <a:buClr>
                <a:srgbClr val="000000"/>
              </a:buClr>
              <a:buSzPct val="45000"/>
              <a:buFont typeface="Wingdings" charset="2"/>
              <a:buChar char=""/>
            </a:pPr>
            <a:r>
              <a:rPr b="0" lang="en-US" sz="1800" spc="-1" strike="noStrike">
                <a:solidFill>
                  <a:srgbClr val="000000"/>
                </a:solidFill>
                <a:latin typeface="Arial"/>
              </a:rPr>
              <a:t>Click to edit the outline text format</a:t>
            </a:r>
            <a:endParaRPr b="0" lang="en-US" sz="1800" spc="-1" strike="noStrike">
              <a:solidFill>
                <a:srgbClr val="000000"/>
              </a:solidFill>
              <a:latin typeface="Arial"/>
            </a:endParaRPr>
          </a:p>
          <a:p>
            <a:pPr lvl="1" marL="864000" indent="-324000">
              <a:spcBef>
                <a:spcPts val="1134"/>
              </a:spcBef>
              <a:buClr>
                <a:srgbClr val="000000"/>
              </a:buClr>
              <a:buSzPct val="75000"/>
              <a:buFont typeface="Symbol" charset="2"/>
              <a:buChar char=""/>
            </a:pPr>
            <a:r>
              <a:rPr b="0" lang="en-US" sz="1800" spc="-1" strike="noStrike">
                <a:solidFill>
                  <a:srgbClr val="000000"/>
                </a:solidFill>
                <a:latin typeface="Arial"/>
              </a:rPr>
              <a:t>Second Outline Level</a:t>
            </a:r>
            <a:endParaRPr b="0" lang="en-US" sz="1800" spc="-1" strike="noStrike">
              <a:solidFill>
                <a:srgbClr val="000000"/>
              </a:solidFill>
              <a:latin typeface="Arial"/>
            </a:endParaRPr>
          </a:p>
          <a:p>
            <a:pPr lvl="2" marL="1296000" indent="-288000">
              <a:spcBef>
                <a:spcPts val="850"/>
              </a:spcBef>
              <a:buClr>
                <a:srgbClr val="000000"/>
              </a:buClr>
              <a:buSzPct val="45000"/>
              <a:buFont typeface="Wingdings" charset="2"/>
              <a:buChar char=""/>
            </a:pPr>
            <a:r>
              <a:rPr b="0" lang="en-US" sz="1800" spc="-1" strike="noStrike">
                <a:solidFill>
                  <a:srgbClr val="000000"/>
                </a:solidFill>
                <a:latin typeface="Arial"/>
              </a:rPr>
              <a:t>Third Outline Level</a:t>
            </a:r>
            <a:endParaRPr b="0" lang="en-US" sz="1800" spc="-1" strike="noStrike">
              <a:solidFill>
                <a:srgbClr val="000000"/>
              </a:solidFill>
              <a:latin typeface="Arial"/>
            </a:endParaRPr>
          </a:p>
          <a:p>
            <a:pPr lvl="3" marL="1728000" indent="-216000">
              <a:spcBef>
                <a:spcPts val="567"/>
              </a:spcBef>
              <a:buClr>
                <a:srgbClr val="000000"/>
              </a:buClr>
              <a:buSzPct val="75000"/>
              <a:buFont typeface="Symbol" charset="2"/>
              <a:buChar char=""/>
            </a:pPr>
            <a:r>
              <a:rPr b="0" lang="en-US" sz="1800" spc="-1" strike="noStrike">
                <a:solidFill>
                  <a:srgbClr val="000000"/>
                </a:solidFill>
                <a:latin typeface="Arial"/>
              </a:rPr>
              <a:t>Fourth Outline Level</a:t>
            </a:r>
            <a:endParaRPr b="0" lang="en-US" sz="1800" spc="-1" strike="noStrike">
              <a:solidFill>
                <a:srgbClr val="000000"/>
              </a:solidFill>
              <a:latin typeface="Arial"/>
            </a:endParaRPr>
          </a:p>
          <a:p>
            <a:pPr lvl="4" marL="2160000" indent="-216000">
              <a:spcBef>
                <a:spcPts val="283"/>
              </a:spcBef>
              <a:buClr>
                <a:srgbClr val="000000"/>
              </a:buClr>
              <a:buSzPct val="45000"/>
              <a:buFont typeface="Wingdings" charset="2"/>
              <a:buChar char=""/>
            </a:pPr>
            <a:r>
              <a:rPr b="0" lang="en-US" sz="1800" spc="-1" strike="noStrike">
                <a:solidFill>
                  <a:srgbClr val="000000"/>
                </a:solidFill>
                <a:latin typeface="Arial"/>
              </a:rPr>
              <a:t>Fifth Outline Level</a:t>
            </a:r>
            <a:endParaRPr b="0" lang="en-US" sz="1800" spc="-1" strike="noStrike">
              <a:solidFill>
                <a:srgbClr val="000000"/>
              </a:solidFill>
              <a:latin typeface="Arial"/>
            </a:endParaRPr>
          </a:p>
          <a:p>
            <a:pPr lvl="5" marL="2592000" indent="-216000">
              <a:spcBef>
                <a:spcPts val="283"/>
              </a:spcBef>
              <a:buClr>
                <a:srgbClr val="000000"/>
              </a:buClr>
              <a:buSzPct val="45000"/>
              <a:buFont typeface="Wingdings" charset="2"/>
              <a:buChar char=""/>
            </a:pPr>
            <a:r>
              <a:rPr b="0" lang="en-US" sz="1800" spc="-1" strike="noStrike">
                <a:solidFill>
                  <a:srgbClr val="000000"/>
                </a:solidFill>
                <a:latin typeface="Arial"/>
              </a:rPr>
              <a:t>Sixth Outline </a:t>
            </a:r>
            <a:r>
              <a:rPr b="0" lang="en-US" sz="1800" spc="-1" strike="noStrike">
                <a:solidFill>
                  <a:srgbClr val="000000"/>
                </a:solidFill>
                <a:latin typeface="Arial"/>
              </a:rPr>
              <a:t>Level</a:t>
            </a:r>
            <a:endParaRPr b="0" lang="en-US" sz="1800" spc="-1" strike="noStrike">
              <a:solidFill>
                <a:srgbClr val="000000"/>
              </a:solidFill>
              <a:latin typeface="Arial"/>
            </a:endParaRPr>
          </a:p>
          <a:p>
            <a:pPr lvl="6" marL="3024000" indent="-216000">
              <a:spcBef>
                <a:spcPts val="283"/>
              </a:spcBef>
              <a:buClr>
                <a:srgbClr val="000000"/>
              </a:buClr>
              <a:buSzPct val="45000"/>
              <a:buFont typeface="Wingdings" charset="2"/>
              <a:buChar char=""/>
            </a:pPr>
            <a:r>
              <a:rPr b="0" lang="en-US" sz="1800" spc="-1" strike="noStrike">
                <a:solidFill>
                  <a:srgbClr val="000000"/>
                </a:solidFill>
                <a:latin typeface="Arial"/>
              </a:rPr>
              <a:t>Seventh </a:t>
            </a:r>
            <a:r>
              <a:rPr b="0" lang="en-US" sz="1800" spc="-1" strike="noStrike">
                <a:solidFill>
                  <a:srgbClr val="000000"/>
                </a:solidFill>
                <a:latin typeface="Arial"/>
              </a:rPr>
              <a:t>Outline </a:t>
            </a:r>
            <a:r>
              <a:rPr b="0" lang="en-US" sz="1800" spc="-1" strike="noStrike">
                <a:solidFill>
                  <a:srgbClr val="000000"/>
                </a:solidFill>
                <a:latin typeface="Arial"/>
              </a:rPr>
              <a:t>Level</a:t>
            </a:r>
            <a:endParaRPr b="0" lang="en-US" sz="1800" spc="-1" strike="noStrike">
              <a:solidFill>
                <a:srgbClr val="000000"/>
              </a:solidFill>
              <a:latin typeface="Arial"/>
            </a:endParaRPr>
          </a:p>
        </p:txBody>
      </p:sp>
      <p:sp>
        <p:nvSpPr>
          <p:cNvPr id="12" name="PlaceHolder 3"/>
          <p:cNvSpPr>
            <a:spLocks noGrp="1"/>
          </p:cNvSpPr>
          <p:nvPr>
            <p:ph type="sldNum" idx="5"/>
          </p:nvPr>
        </p:nvSpPr>
        <p:spPr>
          <a:xfrm>
            <a:off x="8472600" y="4663080"/>
            <a:ext cx="548280" cy="393120"/>
          </a:xfrm>
          <a:prstGeom prst="rect">
            <a:avLst/>
          </a:prstGeom>
          <a:noFill/>
          <a:ln w="0">
            <a:noFill/>
          </a:ln>
        </p:spPr>
        <p:txBody>
          <a:bodyPr lIns="91440" rIns="91440" tIns="91440" bIns="91440" anchor="ctr">
            <a:normAutofit/>
          </a:bodyPr>
          <a:lstStyle>
            <a:lvl1pPr indent="0" algn="r">
              <a:lnSpc>
                <a:spcPct val="100000"/>
              </a:lnSpc>
              <a:buNone/>
              <a:tabLst>
                <a:tab algn="l" pos="0"/>
              </a:tabLst>
              <a:defRPr b="0" lang="en-US" sz="1000" spc="-1" strike="noStrike">
                <a:solidFill>
                  <a:schemeClr val="dk2"/>
                </a:solidFill>
                <a:latin typeface="Arial"/>
                <a:ea typeface="Arial"/>
              </a:defRPr>
            </a:lvl1pPr>
          </a:lstStyle>
          <a:p>
            <a:pPr indent="0" algn="r">
              <a:lnSpc>
                <a:spcPct val="100000"/>
              </a:lnSpc>
              <a:buNone/>
              <a:tabLst>
                <a:tab algn="l" pos="0"/>
              </a:tabLst>
            </a:pPr>
            <a:fld id="{14EB5689-100F-4A31-AA24-159F71CDD6EF}" type="slidenum">
              <a:rPr b="0" lang="en-US" sz="1000" spc="-1" strike="noStrike">
                <a:solidFill>
                  <a:schemeClr val="dk2"/>
                </a:solidFill>
                <a:latin typeface="Arial"/>
                <a:ea typeface="Arial"/>
              </a:rPr>
              <a:t>&lt;number&gt;</a:t>
            </a:fld>
            <a:endParaRPr b="0" lang="en-US" sz="1000" spc="-1" strike="noStrike">
              <a:solidFill>
                <a:srgbClr val="000000"/>
              </a:solidFill>
              <a:latin typeface="Times New Roman"/>
            </a:endParaRPr>
          </a:p>
        </p:txBody>
      </p:sp>
    </p:spTree>
  </p:cSld>
  <p:clrMap bg1="lt1" bg2="lt2" tx1="dk1" tx2="dk2" accent1="accent1" accent2="accent2" accent3="accent3" accent4="accent4" accent5="accent5" accent6="accent6" hlink="hlink" folHlink="folHlink"/>
  <p:sldLayoutIdLst>
    <p:sldLayoutId id="2147483657" r:id="rId2"/>
  </p:sldLayoutIdLst>
</p:sldMaster>
</file>

<file path=ppt/slideMasters/slideMaster6.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chemeClr val="lt1"/>
        </a:solidFill>
      </p:bgPr>
    </p:bg>
    <p:spTree>
      <p:nvGrpSpPr>
        <p:cNvPr id="1" name=""/>
        <p:cNvGrpSpPr/>
        <p:nvPr/>
      </p:nvGrpSpPr>
      <p:grpSpPr>
        <a:xfrm>
          <a:off x="0" y="0"/>
          <a:ext cx="0" cy="0"/>
          <a:chOff x="0" y="0"/>
          <a:chExt cx="0" cy="0"/>
        </a:xfrm>
      </p:grpSpPr>
      <p:sp>
        <p:nvSpPr>
          <p:cNvPr id="15" name="PlaceHolder 1"/>
          <p:cNvSpPr>
            <a:spLocks noGrp="1"/>
          </p:cNvSpPr>
          <p:nvPr>
            <p:ph type="title"/>
          </p:nvPr>
        </p:nvSpPr>
        <p:spPr>
          <a:xfrm>
            <a:off x="311760" y="444960"/>
            <a:ext cx="8520120" cy="572400"/>
          </a:xfrm>
          <a:prstGeom prst="rect">
            <a:avLst/>
          </a:prstGeom>
          <a:noFill/>
          <a:ln w="0">
            <a:noFill/>
          </a:ln>
        </p:spPr>
        <p:txBody>
          <a:bodyPr lIns="91440" rIns="91440" tIns="91440" bIns="91440" anchor="t">
            <a:normAutofit fontScale="93550"/>
          </a:bodyPr>
          <a:p>
            <a:pPr indent="0">
              <a:buNone/>
            </a:pPr>
            <a:r>
              <a:rPr b="0" lang="en-US" sz="2800" spc="-1" strike="noStrike">
                <a:solidFill>
                  <a:srgbClr val="000000"/>
                </a:solidFill>
                <a:latin typeface="Arial"/>
              </a:rPr>
              <a:t>Click to edit the title text format</a:t>
            </a:r>
            <a:endParaRPr b="0" lang="en-US" sz="2800" spc="-1" strike="noStrike">
              <a:solidFill>
                <a:srgbClr val="000000"/>
              </a:solidFill>
              <a:latin typeface="Arial"/>
            </a:endParaRPr>
          </a:p>
        </p:txBody>
      </p:sp>
      <p:sp>
        <p:nvSpPr>
          <p:cNvPr id="16" name="PlaceHolder 2"/>
          <p:cNvSpPr>
            <a:spLocks noGrp="1"/>
          </p:cNvSpPr>
          <p:nvPr>
            <p:ph type="body"/>
          </p:nvPr>
        </p:nvSpPr>
        <p:spPr>
          <a:xfrm>
            <a:off x="311760" y="1152360"/>
            <a:ext cx="3999600" cy="3416040"/>
          </a:xfrm>
          <a:prstGeom prst="rect">
            <a:avLst/>
          </a:prstGeom>
          <a:noFill/>
          <a:ln w="0">
            <a:noFill/>
          </a:ln>
        </p:spPr>
        <p:txBody>
          <a:bodyPr lIns="91440" rIns="91440" tIns="91440" bIns="91440" anchor="t">
            <a:normAutofit/>
          </a:bodyPr>
          <a:p>
            <a:pPr marL="432000" indent="-324000">
              <a:spcBef>
                <a:spcPts val="1417"/>
              </a:spcBef>
              <a:buClr>
                <a:srgbClr val="000000"/>
              </a:buClr>
              <a:buSzPct val="45000"/>
              <a:buFont typeface="Wingdings" charset="2"/>
              <a:buChar char=""/>
            </a:pPr>
            <a:r>
              <a:rPr b="0" lang="en-US" sz="1400" spc="-1" strike="noStrike">
                <a:solidFill>
                  <a:srgbClr val="000000"/>
                </a:solidFill>
                <a:latin typeface="Arial"/>
              </a:rPr>
              <a:t>Click to edit the outline text format</a:t>
            </a:r>
            <a:endParaRPr b="0" lang="en-US" sz="1400" spc="-1" strike="noStrike">
              <a:solidFill>
                <a:srgbClr val="000000"/>
              </a:solidFill>
              <a:latin typeface="Arial"/>
            </a:endParaRPr>
          </a:p>
          <a:p>
            <a:pPr lvl="1" marL="864000" indent="-324000">
              <a:spcBef>
                <a:spcPts val="1134"/>
              </a:spcBef>
              <a:buClr>
                <a:srgbClr val="000000"/>
              </a:buClr>
              <a:buSzPct val="75000"/>
              <a:buFont typeface="Symbol" charset="2"/>
              <a:buChar char=""/>
            </a:pPr>
            <a:r>
              <a:rPr b="0" lang="en-US" sz="1400" spc="-1" strike="noStrike">
                <a:solidFill>
                  <a:srgbClr val="000000"/>
                </a:solidFill>
                <a:latin typeface="Arial"/>
              </a:rPr>
              <a:t>Second Outline Level</a:t>
            </a:r>
            <a:endParaRPr b="0" lang="en-US" sz="1400" spc="-1" strike="noStrike">
              <a:solidFill>
                <a:srgbClr val="000000"/>
              </a:solidFill>
              <a:latin typeface="Arial"/>
            </a:endParaRPr>
          </a:p>
          <a:p>
            <a:pPr lvl="2" marL="1296000" indent="-288000">
              <a:spcBef>
                <a:spcPts val="850"/>
              </a:spcBef>
              <a:buClr>
                <a:srgbClr val="000000"/>
              </a:buClr>
              <a:buSzPct val="45000"/>
              <a:buFont typeface="Wingdings" charset="2"/>
              <a:buChar char=""/>
            </a:pPr>
            <a:r>
              <a:rPr b="0" lang="en-US" sz="1400" spc="-1" strike="noStrike">
                <a:solidFill>
                  <a:srgbClr val="000000"/>
                </a:solidFill>
                <a:latin typeface="Arial"/>
              </a:rPr>
              <a:t>Third Outline Level</a:t>
            </a:r>
            <a:endParaRPr b="0" lang="en-US" sz="1400" spc="-1" strike="noStrike">
              <a:solidFill>
                <a:srgbClr val="000000"/>
              </a:solidFill>
              <a:latin typeface="Arial"/>
            </a:endParaRPr>
          </a:p>
          <a:p>
            <a:pPr lvl="3" marL="1728000" indent="-216000">
              <a:spcBef>
                <a:spcPts val="567"/>
              </a:spcBef>
              <a:buClr>
                <a:srgbClr val="000000"/>
              </a:buClr>
              <a:buSzPct val="75000"/>
              <a:buFont typeface="Symbol" charset="2"/>
              <a:buChar char=""/>
            </a:pPr>
            <a:r>
              <a:rPr b="0" lang="en-US" sz="1400" spc="-1" strike="noStrike">
                <a:solidFill>
                  <a:srgbClr val="000000"/>
                </a:solidFill>
                <a:latin typeface="Arial"/>
              </a:rPr>
              <a:t>Fourth Outline Level</a:t>
            </a:r>
            <a:endParaRPr b="0" lang="en-US" sz="1400" spc="-1" strike="noStrike">
              <a:solidFill>
                <a:srgbClr val="000000"/>
              </a:solidFill>
              <a:latin typeface="Arial"/>
            </a:endParaRPr>
          </a:p>
          <a:p>
            <a:pPr lvl="4" marL="2160000" indent="-216000">
              <a:spcBef>
                <a:spcPts val="283"/>
              </a:spcBef>
              <a:buClr>
                <a:srgbClr val="000000"/>
              </a:buClr>
              <a:buSzPct val="45000"/>
              <a:buFont typeface="Wingdings" charset="2"/>
              <a:buChar char=""/>
            </a:pPr>
            <a:r>
              <a:rPr b="0" lang="en-US" sz="1400" spc="-1" strike="noStrike">
                <a:solidFill>
                  <a:srgbClr val="000000"/>
                </a:solidFill>
                <a:latin typeface="Arial"/>
              </a:rPr>
              <a:t>Fifth Outline Level</a:t>
            </a:r>
            <a:endParaRPr b="0" lang="en-US" sz="1400" spc="-1" strike="noStrike">
              <a:solidFill>
                <a:srgbClr val="000000"/>
              </a:solidFill>
              <a:latin typeface="Arial"/>
            </a:endParaRPr>
          </a:p>
          <a:p>
            <a:pPr lvl="5" marL="2592000" indent="-216000">
              <a:spcBef>
                <a:spcPts val="283"/>
              </a:spcBef>
              <a:buClr>
                <a:srgbClr val="000000"/>
              </a:buClr>
              <a:buSzPct val="45000"/>
              <a:buFont typeface="Wingdings" charset="2"/>
              <a:buChar char=""/>
            </a:pPr>
            <a:r>
              <a:rPr b="0" lang="en-US" sz="1400" spc="-1" strike="noStrike">
                <a:solidFill>
                  <a:srgbClr val="000000"/>
                </a:solidFill>
                <a:latin typeface="Arial"/>
              </a:rPr>
              <a:t>Sixth Outline Level</a:t>
            </a:r>
            <a:endParaRPr b="0" lang="en-US" sz="1400" spc="-1" strike="noStrike">
              <a:solidFill>
                <a:srgbClr val="000000"/>
              </a:solidFill>
              <a:latin typeface="Arial"/>
            </a:endParaRPr>
          </a:p>
          <a:p>
            <a:pPr lvl="6" marL="3024000" indent="-216000">
              <a:spcBef>
                <a:spcPts val="283"/>
              </a:spcBef>
              <a:buClr>
                <a:srgbClr val="000000"/>
              </a:buClr>
              <a:buSzPct val="45000"/>
              <a:buFont typeface="Wingdings" charset="2"/>
              <a:buChar char=""/>
            </a:pPr>
            <a:r>
              <a:rPr b="0" lang="en-US" sz="1400" spc="-1" strike="noStrike">
                <a:solidFill>
                  <a:srgbClr val="000000"/>
                </a:solidFill>
                <a:latin typeface="Arial"/>
              </a:rPr>
              <a:t>Seventh Outline Level</a:t>
            </a:r>
            <a:endParaRPr b="0" lang="en-US" sz="1400" spc="-1" strike="noStrike">
              <a:solidFill>
                <a:srgbClr val="000000"/>
              </a:solidFill>
              <a:latin typeface="Arial"/>
            </a:endParaRPr>
          </a:p>
        </p:txBody>
      </p:sp>
      <p:sp>
        <p:nvSpPr>
          <p:cNvPr id="17" name="PlaceHolder 3"/>
          <p:cNvSpPr>
            <a:spLocks noGrp="1"/>
          </p:cNvSpPr>
          <p:nvPr>
            <p:ph type="body"/>
          </p:nvPr>
        </p:nvSpPr>
        <p:spPr>
          <a:xfrm>
            <a:off x="4832280" y="1152360"/>
            <a:ext cx="3999600" cy="3416040"/>
          </a:xfrm>
          <a:prstGeom prst="rect">
            <a:avLst/>
          </a:prstGeom>
          <a:noFill/>
          <a:ln w="0">
            <a:noFill/>
          </a:ln>
        </p:spPr>
        <p:txBody>
          <a:bodyPr lIns="91440" rIns="91440" tIns="91440" bIns="91440" anchor="t">
            <a:normAutofit/>
          </a:bodyPr>
          <a:p>
            <a:pPr marL="432000" indent="-324000">
              <a:spcBef>
                <a:spcPts val="1417"/>
              </a:spcBef>
              <a:buClr>
                <a:srgbClr val="000000"/>
              </a:buClr>
              <a:buSzPct val="45000"/>
              <a:buFont typeface="Wingdings" charset="2"/>
              <a:buChar char=""/>
            </a:pPr>
            <a:r>
              <a:rPr b="0" lang="en-US" sz="1400" spc="-1" strike="noStrike">
                <a:solidFill>
                  <a:srgbClr val="000000"/>
                </a:solidFill>
                <a:latin typeface="Arial"/>
              </a:rPr>
              <a:t>Click to edit the outline text format</a:t>
            </a:r>
            <a:endParaRPr b="0" lang="en-US" sz="1400" spc="-1" strike="noStrike">
              <a:solidFill>
                <a:srgbClr val="000000"/>
              </a:solidFill>
              <a:latin typeface="Arial"/>
            </a:endParaRPr>
          </a:p>
          <a:p>
            <a:pPr lvl="1" marL="864000" indent="-324000">
              <a:spcBef>
                <a:spcPts val="1134"/>
              </a:spcBef>
              <a:buClr>
                <a:srgbClr val="000000"/>
              </a:buClr>
              <a:buSzPct val="75000"/>
              <a:buFont typeface="Symbol" charset="2"/>
              <a:buChar char=""/>
            </a:pPr>
            <a:r>
              <a:rPr b="0" lang="en-US" sz="1400" spc="-1" strike="noStrike">
                <a:solidFill>
                  <a:srgbClr val="000000"/>
                </a:solidFill>
                <a:latin typeface="Arial"/>
              </a:rPr>
              <a:t>Second Outline Level</a:t>
            </a:r>
            <a:endParaRPr b="0" lang="en-US" sz="1400" spc="-1" strike="noStrike">
              <a:solidFill>
                <a:srgbClr val="000000"/>
              </a:solidFill>
              <a:latin typeface="Arial"/>
            </a:endParaRPr>
          </a:p>
          <a:p>
            <a:pPr lvl="2" marL="1296000" indent="-288000">
              <a:spcBef>
                <a:spcPts val="850"/>
              </a:spcBef>
              <a:buClr>
                <a:srgbClr val="000000"/>
              </a:buClr>
              <a:buSzPct val="45000"/>
              <a:buFont typeface="Wingdings" charset="2"/>
              <a:buChar char=""/>
            </a:pPr>
            <a:r>
              <a:rPr b="0" lang="en-US" sz="1400" spc="-1" strike="noStrike">
                <a:solidFill>
                  <a:srgbClr val="000000"/>
                </a:solidFill>
                <a:latin typeface="Arial"/>
              </a:rPr>
              <a:t>Third Outline Level</a:t>
            </a:r>
            <a:endParaRPr b="0" lang="en-US" sz="1400" spc="-1" strike="noStrike">
              <a:solidFill>
                <a:srgbClr val="000000"/>
              </a:solidFill>
              <a:latin typeface="Arial"/>
            </a:endParaRPr>
          </a:p>
          <a:p>
            <a:pPr lvl="3" marL="1728000" indent="-216000">
              <a:spcBef>
                <a:spcPts val="567"/>
              </a:spcBef>
              <a:buClr>
                <a:srgbClr val="000000"/>
              </a:buClr>
              <a:buSzPct val="75000"/>
              <a:buFont typeface="Symbol" charset="2"/>
              <a:buChar char=""/>
            </a:pPr>
            <a:r>
              <a:rPr b="0" lang="en-US" sz="1400" spc="-1" strike="noStrike">
                <a:solidFill>
                  <a:srgbClr val="000000"/>
                </a:solidFill>
                <a:latin typeface="Arial"/>
              </a:rPr>
              <a:t>Fourth Outline Level</a:t>
            </a:r>
            <a:endParaRPr b="0" lang="en-US" sz="1400" spc="-1" strike="noStrike">
              <a:solidFill>
                <a:srgbClr val="000000"/>
              </a:solidFill>
              <a:latin typeface="Arial"/>
            </a:endParaRPr>
          </a:p>
          <a:p>
            <a:pPr lvl="4" marL="2160000" indent="-216000">
              <a:spcBef>
                <a:spcPts val="283"/>
              </a:spcBef>
              <a:buClr>
                <a:srgbClr val="000000"/>
              </a:buClr>
              <a:buSzPct val="45000"/>
              <a:buFont typeface="Wingdings" charset="2"/>
              <a:buChar char=""/>
            </a:pPr>
            <a:r>
              <a:rPr b="0" lang="en-US" sz="1400" spc="-1" strike="noStrike">
                <a:solidFill>
                  <a:srgbClr val="000000"/>
                </a:solidFill>
                <a:latin typeface="Arial"/>
              </a:rPr>
              <a:t>Fifth Outline Level</a:t>
            </a:r>
            <a:endParaRPr b="0" lang="en-US" sz="1400" spc="-1" strike="noStrike">
              <a:solidFill>
                <a:srgbClr val="000000"/>
              </a:solidFill>
              <a:latin typeface="Arial"/>
            </a:endParaRPr>
          </a:p>
          <a:p>
            <a:pPr lvl="5" marL="2592000" indent="-216000">
              <a:spcBef>
                <a:spcPts val="283"/>
              </a:spcBef>
              <a:buClr>
                <a:srgbClr val="000000"/>
              </a:buClr>
              <a:buSzPct val="45000"/>
              <a:buFont typeface="Wingdings" charset="2"/>
              <a:buChar char=""/>
            </a:pPr>
            <a:r>
              <a:rPr b="0" lang="en-US" sz="1400" spc="-1" strike="noStrike">
                <a:solidFill>
                  <a:srgbClr val="000000"/>
                </a:solidFill>
                <a:latin typeface="Arial"/>
              </a:rPr>
              <a:t>Sixth Outline Level</a:t>
            </a:r>
            <a:endParaRPr b="0" lang="en-US" sz="1400" spc="-1" strike="noStrike">
              <a:solidFill>
                <a:srgbClr val="000000"/>
              </a:solidFill>
              <a:latin typeface="Arial"/>
            </a:endParaRPr>
          </a:p>
          <a:p>
            <a:pPr lvl="6" marL="3024000" indent="-216000">
              <a:spcBef>
                <a:spcPts val="283"/>
              </a:spcBef>
              <a:buClr>
                <a:srgbClr val="000000"/>
              </a:buClr>
              <a:buSzPct val="45000"/>
              <a:buFont typeface="Wingdings" charset="2"/>
              <a:buChar char=""/>
            </a:pPr>
            <a:r>
              <a:rPr b="0" lang="en-US" sz="1400" spc="-1" strike="noStrike">
                <a:solidFill>
                  <a:srgbClr val="000000"/>
                </a:solidFill>
                <a:latin typeface="Arial"/>
              </a:rPr>
              <a:t>Seventh Outline Level</a:t>
            </a:r>
            <a:endParaRPr b="0" lang="en-US" sz="1400" spc="-1" strike="noStrike">
              <a:solidFill>
                <a:srgbClr val="000000"/>
              </a:solidFill>
              <a:latin typeface="Arial"/>
            </a:endParaRPr>
          </a:p>
        </p:txBody>
      </p:sp>
      <p:sp>
        <p:nvSpPr>
          <p:cNvPr id="18" name="PlaceHolder 4"/>
          <p:cNvSpPr>
            <a:spLocks noGrp="1"/>
          </p:cNvSpPr>
          <p:nvPr>
            <p:ph type="sldNum" idx="6"/>
          </p:nvPr>
        </p:nvSpPr>
        <p:spPr>
          <a:xfrm>
            <a:off x="8472600" y="4663080"/>
            <a:ext cx="548280" cy="393120"/>
          </a:xfrm>
          <a:prstGeom prst="rect">
            <a:avLst/>
          </a:prstGeom>
          <a:noFill/>
          <a:ln w="0">
            <a:noFill/>
          </a:ln>
        </p:spPr>
        <p:txBody>
          <a:bodyPr lIns="91440" rIns="91440" tIns="91440" bIns="91440" anchor="ctr">
            <a:normAutofit/>
          </a:bodyPr>
          <a:lstStyle>
            <a:lvl1pPr indent="0" algn="r">
              <a:lnSpc>
                <a:spcPct val="100000"/>
              </a:lnSpc>
              <a:buNone/>
              <a:tabLst>
                <a:tab algn="l" pos="0"/>
              </a:tabLst>
              <a:defRPr b="0" lang="en-US" sz="1000" spc="-1" strike="noStrike">
                <a:solidFill>
                  <a:schemeClr val="dk2"/>
                </a:solidFill>
                <a:latin typeface="Arial"/>
                <a:ea typeface="Arial"/>
              </a:defRPr>
            </a:lvl1pPr>
          </a:lstStyle>
          <a:p>
            <a:pPr indent="0" algn="r">
              <a:lnSpc>
                <a:spcPct val="100000"/>
              </a:lnSpc>
              <a:buNone/>
              <a:tabLst>
                <a:tab algn="l" pos="0"/>
              </a:tabLst>
            </a:pPr>
            <a:fld id="{DAB54E36-0B6A-468B-912D-9EA783344274}" type="slidenum">
              <a:rPr b="0" lang="en-US" sz="1000" spc="-1" strike="noStrike">
                <a:solidFill>
                  <a:schemeClr val="dk2"/>
                </a:solidFill>
                <a:latin typeface="Arial"/>
                <a:ea typeface="Arial"/>
              </a:rPr>
              <a:t>&lt;number&gt;</a:t>
            </a:fld>
            <a:endParaRPr b="0" lang="en-US" sz="1000" spc="-1" strike="noStrike">
              <a:solidFill>
                <a:srgbClr val="000000"/>
              </a:solidFill>
              <a:latin typeface="Times New Roman"/>
            </a:endParaRPr>
          </a:p>
        </p:txBody>
      </p:sp>
    </p:spTree>
  </p:cSld>
  <p:clrMap bg1="lt1" bg2="lt2" tx1="dk1" tx2="dk2" accent1="accent1" accent2="accent2" accent3="accent3" accent4="accent4" accent5="accent5" accent6="accent6" hlink="hlink" folHlink="folHlink"/>
  <p:sldLayoutIdLst>
    <p:sldLayoutId id="2147483659" r:id="rId2"/>
  </p:sldLayoutIdLst>
</p:sldMaster>
</file>

<file path=ppt/slideMasters/slideMaster7.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chemeClr val="lt1"/>
        </a:solidFill>
      </p:bgPr>
    </p:bg>
    <p:spTree>
      <p:nvGrpSpPr>
        <p:cNvPr id="1" name=""/>
        <p:cNvGrpSpPr/>
        <p:nvPr/>
      </p:nvGrpSpPr>
      <p:grpSpPr>
        <a:xfrm>
          <a:off x="0" y="0"/>
          <a:ext cx="0" cy="0"/>
          <a:chOff x="0" y="0"/>
          <a:chExt cx="0" cy="0"/>
        </a:xfrm>
      </p:grpSpPr>
      <p:sp>
        <p:nvSpPr>
          <p:cNvPr id="22" name="PlaceHolder 1"/>
          <p:cNvSpPr>
            <a:spLocks noGrp="1"/>
          </p:cNvSpPr>
          <p:nvPr>
            <p:ph type="title"/>
          </p:nvPr>
        </p:nvSpPr>
        <p:spPr>
          <a:xfrm>
            <a:off x="311760" y="444960"/>
            <a:ext cx="8520120" cy="572400"/>
          </a:xfrm>
          <a:prstGeom prst="rect">
            <a:avLst/>
          </a:prstGeom>
          <a:noFill/>
          <a:ln w="0">
            <a:noFill/>
          </a:ln>
        </p:spPr>
        <p:txBody>
          <a:bodyPr lIns="91440" rIns="91440" tIns="91440" bIns="91440" anchor="t">
            <a:normAutofit fontScale="93550"/>
          </a:bodyPr>
          <a:p>
            <a:pPr indent="0">
              <a:buNone/>
            </a:pPr>
            <a:r>
              <a:rPr b="0" lang="en-US" sz="2800" spc="-1" strike="noStrike">
                <a:solidFill>
                  <a:srgbClr val="000000"/>
                </a:solidFill>
                <a:latin typeface="Arial"/>
              </a:rPr>
              <a:t>Click to edit the title text format</a:t>
            </a:r>
            <a:endParaRPr b="0" lang="en-US" sz="2800" spc="-1" strike="noStrike">
              <a:solidFill>
                <a:srgbClr val="000000"/>
              </a:solidFill>
              <a:latin typeface="Arial"/>
            </a:endParaRPr>
          </a:p>
        </p:txBody>
      </p:sp>
      <p:sp>
        <p:nvSpPr>
          <p:cNvPr id="23" name="PlaceHolder 2"/>
          <p:cNvSpPr>
            <a:spLocks noGrp="1"/>
          </p:cNvSpPr>
          <p:nvPr>
            <p:ph type="sldNum" idx="7"/>
          </p:nvPr>
        </p:nvSpPr>
        <p:spPr>
          <a:xfrm>
            <a:off x="8472600" y="4663080"/>
            <a:ext cx="548280" cy="393120"/>
          </a:xfrm>
          <a:prstGeom prst="rect">
            <a:avLst/>
          </a:prstGeom>
          <a:noFill/>
          <a:ln w="0">
            <a:noFill/>
          </a:ln>
        </p:spPr>
        <p:txBody>
          <a:bodyPr lIns="91440" rIns="91440" tIns="91440" bIns="91440" anchor="ctr">
            <a:normAutofit/>
          </a:bodyPr>
          <a:lstStyle>
            <a:lvl1pPr indent="0" algn="r">
              <a:lnSpc>
                <a:spcPct val="100000"/>
              </a:lnSpc>
              <a:buNone/>
              <a:tabLst>
                <a:tab algn="l" pos="0"/>
              </a:tabLst>
              <a:defRPr b="0" lang="en-US" sz="1000" spc="-1" strike="noStrike">
                <a:solidFill>
                  <a:schemeClr val="dk2"/>
                </a:solidFill>
                <a:latin typeface="Arial"/>
                <a:ea typeface="Arial"/>
              </a:defRPr>
            </a:lvl1pPr>
          </a:lstStyle>
          <a:p>
            <a:pPr indent="0" algn="r">
              <a:lnSpc>
                <a:spcPct val="100000"/>
              </a:lnSpc>
              <a:buNone/>
              <a:tabLst>
                <a:tab algn="l" pos="0"/>
              </a:tabLst>
            </a:pPr>
            <a:fld id="{422EBDFA-0C60-48F3-83AC-60F0ED016671}" type="slidenum">
              <a:rPr b="0" lang="en-US" sz="1000" spc="-1" strike="noStrike">
                <a:solidFill>
                  <a:schemeClr val="dk2"/>
                </a:solidFill>
                <a:latin typeface="Arial"/>
                <a:ea typeface="Arial"/>
              </a:rPr>
              <a:t>&lt;number&gt;</a:t>
            </a:fld>
            <a:endParaRPr b="0" lang="en-US" sz="1000" spc="-1" strike="noStrike">
              <a:solidFill>
                <a:srgbClr val="000000"/>
              </a:solidFill>
              <a:latin typeface="Times New Roman"/>
            </a:endParaRPr>
          </a:p>
        </p:txBody>
      </p:sp>
    </p:spTree>
  </p:cSld>
  <p:clrMap bg1="lt1" bg2="lt2" tx1="dk1" tx2="dk2" accent1="accent1" accent2="accent2" accent3="accent3" accent4="accent4" accent5="accent5" accent6="accent6" hlink="hlink" folHlink="folHlink"/>
  <p:sldLayoutIdLst>
    <p:sldLayoutId id="2147483661" r:id="rId2"/>
  </p:sldLayoutIdLst>
</p:sldMaster>
</file>

<file path=ppt/slideMasters/slideMaster8.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chemeClr val="lt1"/>
        </a:solidFill>
      </p:bgPr>
    </p:bg>
    <p:spTree>
      <p:nvGrpSpPr>
        <p:cNvPr id="1" name=""/>
        <p:cNvGrpSpPr/>
        <p:nvPr/>
      </p:nvGrpSpPr>
      <p:grpSpPr>
        <a:xfrm>
          <a:off x="0" y="0"/>
          <a:ext cx="0" cy="0"/>
          <a:chOff x="0" y="0"/>
          <a:chExt cx="0" cy="0"/>
        </a:xfrm>
      </p:grpSpPr>
      <p:sp>
        <p:nvSpPr>
          <p:cNvPr id="25" name="PlaceHolder 1"/>
          <p:cNvSpPr>
            <a:spLocks noGrp="1"/>
          </p:cNvSpPr>
          <p:nvPr>
            <p:ph type="title"/>
          </p:nvPr>
        </p:nvSpPr>
        <p:spPr>
          <a:xfrm>
            <a:off x="311760" y="555480"/>
            <a:ext cx="2807640" cy="755280"/>
          </a:xfrm>
          <a:prstGeom prst="rect">
            <a:avLst/>
          </a:prstGeom>
          <a:noFill/>
          <a:ln w="0">
            <a:noFill/>
          </a:ln>
        </p:spPr>
        <p:txBody>
          <a:bodyPr lIns="91440" rIns="91440" tIns="91440" bIns="91440" anchor="b">
            <a:normAutofit fontScale="81218"/>
          </a:bodyPr>
          <a:p>
            <a:pPr indent="0">
              <a:buNone/>
            </a:pPr>
            <a:r>
              <a:rPr b="0" lang="en-US" sz="2400" spc="-1" strike="noStrike">
                <a:solidFill>
                  <a:srgbClr val="000000"/>
                </a:solidFill>
                <a:latin typeface="Arial"/>
              </a:rPr>
              <a:t>Click to edit the title text format</a:t>
            </a:r>
            <a:endParaRPr b="0" lang="en-US" sz="2400" spc="-1" strike="noStrike">
              <a:solidFill>
                <a:srgbClr val="000000"/>
              </a:solidFill>
              <a:latin typeface="Arial"/>
            </a:endParaRPr>
          </a:p>
        </p:txBody>
      </p:sp>
      <p:sp>
        <p:nvSpPr>
          <p:cNvPr id="26" name="PlaceHolder 2"/>
          <p:cNvSpPr>
            <a:spLocks noGrp="1"/>
          </p:cNvSpPr>
          <p:nvPr>
            <p:ph type="body"/>
          </p:nvPr>
        </p:nvSpPr>
        <p:spPr>
          <a:xfrm>
            <a:off x="311760" y="1389600"/>
            <a:ext cx="2807640" cy="3179160"/>
          </a:xfrm>
          <a:prstGeom prst="rect">
            <a:avLst/>
          </a:prstGeom>
          <a:noFill/>
          <a:ln w="0">
            <a:noFill/>
          </a:ln>
        </p:spPr>
        <p:txBody>
          <a:bodyPr lIns="91440" rIns="91440" tIns="91440" bIns="91440" anchor="t">
            <a:normAutofit fontScale="35861"/>
          </a:bodyPr>
          <a:p>
            <a:pPr marL="432000" indent="-324000">
              <a:spcBef>
                <a:spcPts val="1417"/>
              </a:spcBef>
              <a:buClr>
                <a:srgbClr val="000000"/>
              </a:buClr>
              <a:buSzPct val="45000"/>
              <a:buFont typeface="Wingdings" charset="2"/>
              <a:buChar char=""/>
            </a:pPr>
            <a:r>
              <a:rPr b="0" lang="en-US" sz="1200" spc="-1" strike="noStrike">
                <a:solidFill>
                  <a:srgbClr val="000000"/>
                </a:solidFill>
                <a:latin typeface="Arial"/>
              </a:rPr>
              <a:t>Click to edit the outline text format</a:t>
            </a:r>
            <a:endParaRPr b="0" lang="en-US" sz="1200" spc="-1" strike="noStrike">
              <a:solidFill>
                <a:srgbClr val="000000"/>
              </a:solidFill>
              <a:latin typeface="Arial"/>
            </a:endParaRPr>
          </a:p>
          <a:p>
            <a:pPr lvl="1" marL="864000" indent="-324000">
              <a:spcBef>
                <a:spcPts val="1134"/>
              </a:spcBef>
              <a:buClr>
                <a:srgbClr val="000000"/>
              </a:buClr>
              <a:buSzPct val="75000"/>
              <a:buFont typeface="Symbol" charset="2"/>
              <a:buChar char=""/>
            </a:pPr>
            <a:r>
              <a:rPr b="0" lang="en-US" sz="1200" spc="-1" strike="noStrike">
                <a:solidFill>
                  <a:srgbClr val="000000"/>
                </a:solidFill>
                <a:latin typeface="Arial"/>
              </a:rPr>
              <a:t>Second Outline Level</a:t>
            </a:r>
            <a:endParaRPr b="0" lang="en-US" sz="1200" spc="-1" strike="noStrike">
              <a:solidFill>
                <a:srgbClr val="000000"/>
              </a:solidFill>
              <a:latin typeface="Arial"/>
            </a:endParaRPr>
          </a:p>
          <a:p>
            <a:pPr lvl="2" marL="1296000" indent="-288000">
              <a:spcBef>
                <a:spcPts val="850"/>
              </a:spcBef>
              <a:buClr>
                <a:srgbClr val="000000"/>
              </a:buClr>
              <a:buSzPct val="45000"/>
              <a:buFont typeface="Wingdings" charset="2"/>
              <a:buChar char=""/>
            </a:pPr>
            <a:r>
              <a:rPr b="0" lang="en-US" sz="1200" spc="-1" strike="noStrike">
                <a:solidFill>
                  <a:srgbClr val="000000"/>
                </a:solidFill>
                <a:latin typeface="Arial"/>
              </a:rPr>
              <a:t>Third Outline Level</a:t>
            </a:r>
            <a:endParaRPr b="0" lang="en-US" sz="1200" spc="-1" strike="noStrike">
              <a:solidFill>
                <a:srgbClr val="000000"/>
              </a:solidFill>
              <a:latin typeface="Arial"/>
            </a:endParaRPr>
          </a:p>
          <a:p>
            <a:pPr lvl="3" marL="1728000" indent="-216000">
              <a:spcBef>
                <a:spcPts val="567"/>
              </a:spcBef>
              <a:buClr>
                <a:srgbClr val="000000"/>
              </a:buClr>
              <a:buSzPct val="75000"/>
              <a:buFont typeface="Symbol" charset="2"/>
              <a:buChar char=""/>
            </a:pPr>
            <a:r>
              <a:rPr b="0" lang="en-US" sz="1200" spc="-1" strike="noStrike">
                <a:solidFill>
                  <a:srgbClr val="000000"/>
                </a:solidFill>
                <a:latin typeface="Arial"/>
              </a:rPr>
              <a:t>Fourth Outline Level</a:t>
            </a:r>
            <a:endParaRPr b="0" lang="en-US" sz="1200" spc="-1" strike="noStrike">
              <a:solidFill>
                <a:srgbClr val="000000"/>
              </a:solidFill>
              <a:latin typeface="Arial"/>
            </a:endParaRPr>
          </a:p>
          <a:p>
            <a:pPr lvl="4" marL="2160000" indent="-216000">
              <a:spcBef>
                <a:spcPts val="283"/>
              </a:spcBef>
              <a:buClr>
                <a:srgbClr val="000000"/>
              </a:buClr>
              <a:buSzPct val="45000"/>
              <a:buFont typeface="Wingdings" charset="2"/>
              <a:buChar char=""/>
            </a:pPr>
            <a:r>
              <a:rPr b="0" lang="en-US" sz="1200" spc="-1" strike="noStrike">
                <a:solidFill>
                  <a:srgbClr val="000000"/>
                </a:solidFill>
                <a:latin typeface="Arial"/>
              </a:rPr>
              <a:t>Fifth Outline Level</a:t>
            </a:r>
            <a:endParaRPr b="0" lang="en-US" sz="1200" spc="-1" strike="noStrike">
              <a:solidFill>
                <a:srgbClr val="000000"/>
              </a:solidFill>
              <a:latin typeface="Arial"/>
            </a:endParaRPr>
          </a:p>
          <a:p>
            <a:pPr lvl="5" marL="2592000" indent="-216000">
              <a:spcBef>
                <a:spcPts val="283"/>
              </a:spcBef>
              <a:buClr>
                <a:srgbClr val="000000"/>
              </a:buClr>
              <a:buSzPct val="45000"/>
              <a:buFont typeface="Wingdings" charset="2"/>
              <a:buChar char=""/>
            </a:pPr>
            <a:r>
              <a:rPr b="0" lang="en-US" sz="1200" spc="-1" strike="noStrike">
                <a:solidFill>
                  <a:srgbClr val="000000"/>
                </a:solidFill>
                <a:latin typeface="Arial"/>
              </a:rPr>
              <a:t>Sixth Outline Level</a:t>
            </a:r>
            <a:endParaRPr b="0" lang="en-US" sz="1200" spc="-1" strike="noStrike">
              <a:solidFill>
                <a:srgbClr val="000000"/>
              </a:solidFill>
              <a:latin typeface="Arial"/>
            </a:endParaRPr>
          </a:p>
          <a:p>
            <a:pPr lvl="6" marL="3024000" indent="-216000">
              <a:spcBef>
                <a:spcPts val="283"/>
              </a:spcBef>
              <a:buClr>
                <a:srgbClr val="000000"/>
              </a:buClr>
              <a:buSzPct val="45000"/>
              <a:buFont typeface="Wingdings" charset="2"/>
              <a:buChar char=""/>
            </a:pPr>
            <a:r>
              <a:rPr b="0" lang="en-US" sz="1200" spc="-1" strike="noStrike">
                <a:solidFill>
                  <a:srgbClr val="000000"/>
                </a:solidFill>
                <a:latin typeface="Arial"/>
              </a:rPr>
              <a:t>Seventh Outline Level</a:t>
            </a:r>
            <a:endParaRPr b="0" lang="en-US" sz="1200" spc="-1" strike="noStrike">
              <a:solidFill>
                <a:srgbClr val="000000"/>
              </a:solidFill>
              <a:latin typeface="Arial"/>
            </a:endParaRPr>
          </a:p>
        </p:txBody>
      </p:sp>
      <p:sp>
        <p:nvSpPr>
          <p:cNvPr id="27" name="PlaceHolder 3"/>
          <p:cNvSpPr>
            <a:spLocks noGrp="1"/>
          </p:cNvSpPr>
          <p:nvPr>
            <p:ph type="sldNum" idx="8"/>
          </p:nvPr>
        </p:nvSpPr>
        <p:spPr>
          <a:xfrm>
            <a:off x="8472600" y="4663080"/>
            <a:ext cx="548280" cy="393120"/>
          </a:xfrm>
          <a:prstGeom prst="rect">
            <a:avLst/>
          </a:prstGeom>
          <a:noFill/>
          <a:ln w="0">
            <a:noFill/>
          </a:ln>
        </p:spPr>
        <p:txBody>
          <a:bodyPr lIns="91440" rIns="91440" tIns="91440" bIns="91440" anchor="ctr">
            <a:normAutofit/>
          </a:bodyPr>
          <a:lstStyle>
            <a:lvl1pPr indent="0" algn="r">
              <a:lnSpc>
                <a:spcPct val="100000"/>
              </a:lnSpc>
              <a:buNone/>
              <a:tabLst>
                <a:tab algn="l" pos="0"/>
              </a:tabLst>
              <a:defRPr b="0" lang="en-US" sz="1000" spc="-1" strike="noStrike">
                <a:solidFill>
                  <a:schemeClr val="dk2"/>
                </a:solidFill>
                <a:latin typeface="Arial"/>
                <a:ea typeface="Arial"/>
              </a:defRPr>
            </a:lvl1pPr>
          </a:lstStyle>
          <a:p>
            <a:pPr indent="0" algn="r">
              <a:lnSpc>
                <a:spcPct val="100000"/>
              </a:lnSpc>
              <a:buNone/>
              <a:tabLst>
                <a:tab algn="l" pos="0"/>
              </a:tabLst>
            </a:pPr>
            <a:fld id="{6855C6A2-21D0-4C8C-9AC8-D552DF5B9065}" type="slidenum">
              <a:rPr b="0" lang="en-US" sz="1000" spc="-1" strike="noStrike">
                <a:solidFill>
                  <a:schemeClr val="dk2"/>
                </a:solidFill>
                <a:latin typeface="Arial"/>
                <a:ea typeface="Arial"/>
              </a:rPr>
              <a:t>&lt;number&gt;</a:t>
            </a:fld>
            <a:endParaRPr b="0" lang="en-US" sz="1000" spc="-1" strike="noStrike">
              <a:solidFill>
                <a:srgbClr val="000000"/>
              </a:solidFill>
              <a:latin typeface="Times New Roman"/>
            </a:endParaRPr>
          </a:p>
        </p:txBody>
      </p:sp>
    </p:spTree>
  </p:cSld>
  <p:clrMap bg1="lt1" bg2="lt2" tx1="dk1" tx2="dk2" accent1="accent1" accent2="accent2" accent3="accent3" accent4="accent4" accent5="accent5" accent6="accent6" hlink="hlink" folHlink="folHlink"/>
  <p:sldLayoutIdLst>
    <p:sldLayoutId id="2147483663" r:id="rId2"/>
  </p:sldLayoutIdLst>
</p:sldMaster>
</file>

<file path=ppt/slideMasters/slideMaster9.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chemeClr val="lt1"/>
        </a:solidFill>
      </p:bgPr>
    </p:bg>
    <p:spTree>
      <p:nvGrpSpPr>
        <p:cNvPr id="1" name=""/>
        <p:cNvGrpSpPr/>
        <p:nvPr/>
      </p:nvGrpSpPr>
      <p:grpSpPr>
        <a:xfrm>
          <a:off x="0" y="0"/>
          <a:ext cx="0" cy="0"/>
          <a:chOff x="0" y="0"/>
          <a:chExt cx="0" cy="0"/>
        </a:xfrm>
      </p:grpSpPr>
      <p:sp>
        <p:nvSpPr>
          <p:cNvPr id="28" name="PlaceHolder 1"/>
          <p:cNvSpPr>
            <a:spLocks noGrp="1"/>
          </p:cNvSpPr>
          <p:nvPr>
            <p:ph type="title"/>
          </p:nvPr>
        </p:nvSpPr>
        <p:spPr>
          <a:xfrm>
            <a:off x="490320" y="450000"/>
            <a:ext cx="6367320" cy="4090320"/>
          </a:xfrm>
          <a:prstGeom prst="rect">
            <a:avLst/>
          </a:prstGeom>
          <a:noFill/>
          <a:ln w="0">
            <a:noFill/>
          </a:ln>
        </p:spPr>
        <p:txBody>
          <a:bodyPr lIns="91440" rIns="91440" tIns="91440" bIns="91440" anchor="ctr">
            <a:normAutofit/>
          </a:bodyPr>
          <a:p>
            <a:pPr indent="0">
              <a:buNone/>
            </a:pPr>
            <a:r>
              <a:rPr b="0" lang="en-US" sz="4800" spc="-1" strike="noStrike">
                <a:solidFill>
                  <a:srgbClr val="000000"/>
                </a:solidFill>
                <a:latin typeface="Arial"/>
              </a:rPr>
              <a:t>Click to edit the title text format</a:t>
            </a:r>
            <a:endParaRPr b="0" lang="en-US" sz="4800" spc="-1" strike="noStrike">
              <a:solidFill>
                <a:srgbClr val="000000"/>
              </a:solidFill>
              <a:latin typeface="Arial"/>
            </a:endParaRPr>
          </a:p>
        </p:txBody>
      </p:sp>
      <p:sp>
        <p:nvSpPr>
          <p:cNvPr id="29" name="PlaceHolder 2"/>
          <p:cNvSpPr>
            <a:spLocks noGrp="1"/>
          </p:cNvSpPr>
          <p:nvPr>
            <p:ph type="sldNum" idx="9"/>
          </p:nvPr>
        </p:nvSpPr>
        <p:spPr>
          <a:xfrm>
            <a:off x="8472600" y="4663080"/>
            <a:ext cx="548280" cy="393120"/>
          </a:xfrm>
          <a:prstGeom prst="rect">
            <a:avLst/>
          </a:prstGeom>
          <a:noFill/>
          <a:ln w="0">
            <a:noFill/>
          </a:ln>
        </p:spPr>
        <p:txBody>
          <a:bodyPr lIns="91440" rIns="91440" tIns="91440" bIns="91440" anchor="ctr">
            <a:normAutofit/>
          </a:bodyPr>
          <a:lstStyle>
            <a:lvl1pPr indent="0" algn="r">
              <a:lnSpc>
                <a:spcPct val="100000"/>
              </a:lnSpc>
              <a:buNone/>
              <a:tabLst>
                <a:tab algn="l" pos="0"/>
              </a:tabLst>
              <a:defRPr b="0" lang="en-US" sz="1000" spc="-1" strike="noStrike">
                <a:solidFill>
                  <a:schemeClr val="dk2"/>
                </a:solidFill>
                <a:latin typeface="Arial"/>
                <a:ea typeface="Arial"/>
              </a:defRPr>
            </a:lvl1pPr>
          </a:lstStyle>
          <a:p>
            <a:pPr indent="0" algn="r">
              <a:lnSpc>
                <a:spcPct val="100000"/>
              </a:lnSpc>
              <a:buNone/>
              <a:tabLst>
                <a:tab algn="l" pos="0"/>
              </a:tabLst>
            </a:pPr>
            <a:fld id="{D14DEB75-2E61-4526-8EA3-4A64547CB677}" type="slidenum">
              <a:rPr b="0" lang="en-US" sz="1000" spc="-1" strike="noStrike">
                <a:solidFill>
                  <a:schemeClr val="dk2"/>
                </a:solidFill>
                <a:latin typeface="Arial"/>
                <a:ea typeface="Arial"/>
              </a:rPr>
              <a:t>&lt;number&gt;</a:t>
            </a:fld>
            <a:endParaRPr b="0" lang="en-US" sz="1000" spc="-1" strike="noStrike">
              <a:solidFill>
                <a:srgbClr val="000000"/>
              </a:solidFill>
              <a:latin typeface="Times New Roman"/>
            </a:endParaRPr>
          </a:p>
        </p:txBody>
      </p:sp>
    </p:spTree>
  </p:cSld>
  <p:clrMap bg1="lt1" bg2="lt2" tx1="dk1" tx2="dk2" accent1="accent1" accent2="accent2" accent3="accent3" accent4="accent4" accent5="accent5" accent6="accent6" hlink="hlink" folHlink="folHlink"/>
  <p:sldLayoutIdLst>
    <p:sldLayoutId id="2147483665" r:id="rId2"/>
  </p:sldLayoutIdLst>
</p:sldMaster>
</file>

<file path=ppt/slideMasters/slideMaster10.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chemeClr val="lt1"/>
        </a:solidFill>
      </p:bgPr>
    </p:bg>
    <p:spTree>
      <p:nvGrpSpPr>
        <p:cNvPr id="1" name=""/>
        <p:cNvGrpSpPr/>
        <p:nvPr/>
      </p:nvGrpSpPr>
      <p:grpSpPr>
        <a:xfrm>
          <a:off x="0" y="0"/>
          <a:ext cx="0" cy="0"/>
          <a:chOff x="0" y="0"/>
          <a:chExt cx="0" cy="0"/>
        </a:xfrm>
      </p:grpSpPr>
      <p:sp>
        <p:nvSpPr>
          <p:cNvPr id="30" name="Google Shape;36;p9"/>
          <p:cNvSpPr/>
          <p:nvPr/>
        </p:nvSpPr>
        <p:spPr>
          <a:xfrm>
            <a:off x="4572000" y="0"/>
            <a:ext cx="4571640" cy="5143320"/>
          </a:xfrm>
          <a:prstGeom prst="rect">
            <a:avLst/>
          </a:prstGeom>
          <a:solidFill>
            <a:schemeClr val="lt2"/>
          </a:solidFill>
          <a:ln w="0">
            <a:noFill/>
          </a:ln>
        </p:spPr>
        <p:style>
          <a:lnRef idx="0"/>
          <a:fillRef idx="0"/>
          <a:effectRef idx="0"/>
          <a:fontRef idx="minor"/>
        </p:style>
        <p:txBody>
          <a:bodyPr tIns="91440" bIns="91440" anchor="ctr">
            <a:noAutofit/>
          </a:bodyPr>
          <a:p>
            <a:pPr>
              <a:lnSpc>
                <a:spcPct val="100000"/>
              </a:lnSpc>
              <a:tabLst>
                <a:tab algn="l" pos="0"/>
              </a:tabLst>
            </a:pPr>
            <a:endParaRPr b="0" lang="en-US" sz="1400" spc="-1" strike="noStrike">
              <a:solidFill>
                <a:srgbClr val="000000"/>
              </a:solidFill>
              <a:latin typeface="Arial"/>
            </a:endParaRPr>
          </a:p>
        </p:txBody>
      </p:sp>
      <p:sp>
        <p:nvSpPr>
          <p:cNvPr id="31" name="PlaceHolder 1"/>
          <p:cNvSpPr>
            <a:spLocks noGrp="1"/>
          </p:cNvSpPr>
          <p:nvPr>
            <p:ph type="title"/>
          </p:nvPr>
        </p:nvSpPr>
        <p:spPr>
          <a:xfrm>
            <a:off x="265680" y="1233000"/>
            <a:ext cx="4044960" cy="1482120"/>
          </a:xfrm>
          <a:prstGeom prst="rect">
            <a:avLst/>
          </a:prstGeom>
          <a:noFill/>
          <a:ln w="0">
            <a:noFill/>
          </a:ln>
        </p:spPr>
        <p:txBody>
          <a:bodyPr lIns="91440" rIns="91440" tIns="91440" bIns="91440" anchor="b">
            <a:normAutofit/>
          </a:bodyPr>
          <a:p>
            <a:pPr indent="0">
              <a:buNone/>
            </a:pPr>
            <a:r>
              <a:rPr b="0" lang="en-US" sz="4200" spc="-1" strike="noStrike">
                <a:solidFill>
                  <a:srgbClr val="000000"/>
                </a:solidFill>
                <a:latin typeface="Arial"/>
              </a:rPr>
              <a:t>Click to edit the title text format</a:t>
            </a:r>
            <a:endParaRPr b="0" lang="en-US" sz="4200" spc="-1" strike="noStrike">
              <a:solidFill>
                <a:srgbClr val="000000"/>
              </a:solidFill>
              <a:latin typeface="Arial"/>
            </a:endParaRPr>
          </a:p>
        </p:txBody>
      </p:sp>
      <p:sp>
        <p:nvSpPr>
          <p:cNvPr id="32" name="PlaceHolder 2"/>
          <p:cNvSpPr>
            <a:spLocks noGrp="1"/>
          </p:cNvSpPr>
          <p:nvPr>
            <p:ph type="body"/>
          </p:nvPr>
        </p:nvSpPr>
        <p:spPr>
          <a:xfrm>
            <a:off x="4939560" y="723960"/>
            <a:ext cx="3836520" cy="3694680"/>
          </a:xfrm>
          <a:prstGeom prst="rect">
            <a:avLst/>
          </a:prstGeom>
          <a:noFill/>
          <a:ln w="0">
            <a:noFill/>
          </a:ln>
        </p:spPr>
        <p:txBody>
          <a:bodyPr lIns="91440" rIns="91440" tIns="91440" bIns="91440" anchor="ctr">
            <a:normAutofit fontScale="87222" lnSpcReduction="10000"/>
          </a:bodyPr>
          <a:p>
            <a:pPr marL="432000" indent="-324000">
              <a:spcBef>
                <a:spcPts val="1417"/>
              </a:spcBef>
              <a:buClr>
                <a:srgbClr val="000000"/>
              </a:buClr>
              <a:buSzPct val="45000"/>
              <a:buFont typeface="Wingdings" charset="2"/>
              <a:buChar char=""/>
            </a:pPr>
            <a:r>
              <a:rPr b="0" lang="en-US" sz="1800" spc="-1" strike="noStrike">
                <a:solidFill>
                  <a:srgbClr val="000000"/>
                </a:solidFill>
                <a:latin typeface="Arial"/>
              </a:rPr>
              <a:t>Click to edit the outline text format</a:t>
            </a:r>
            <a:endParaRPr b="0" lang="en-US" sz="1800" spc="-1" strike="noStrike">
              <a:solidFill>
                <a:srgbClr val="000000"/>
              </a:solidFill>
              <a:latin typeface="Arial"/>
            </a:endParaRPr>
          </a:p>
          <a:p>
            <a:pPr lvl="1" marL="864000" indent="-324000">
              <a:spcBef>
                <a:spcPts val="1134"/>
              </a:spcBef>
              <a:buClr>
                <a:srgbClr val="000000"/>
              </a:buClr>
              <a:buSzPct val="75000"/>
              <a:buFont typeface="Symbol" charset="2"/>
              <a:buChar char=""/>
            </a:pPr>
            <a:r>
              <a:rPr b="0" lang="en-US" sz="1800" spc="-1" strike="noStrike">
                <a:solidFill>
                  <a:srgbClr val="000000"/>
                </a:solidFill>
                <a:latin typeface="Arial"/>
              </a:rPr>
              <a:t>Second Outline Level</a:t>
            </a:r>
            <a:endParaRPr b="0" lang="en-US" sz="1800" spc="-1" strike="noStrike">
              <a:solidFill>
                <a:srgbClr val="000000"/>
              </a:solidFill>
              <a:latin typeface="Arial"/>
            </a:endParaRPr>
          </a:p>
          <a:p>
            <a:pPr lvl="2" marL="1296000" indent="-288000">
              <a:spcBef>
                <a:spcPts val="850"/>
              </a:spcBef>
              <a:buClr>
                <a:srgbClr val="000000"/>
              </a:buClr>
              <a:buSzPct val="45000"/>
              <a:buFont typeface="Wingdings" charset="2"/>
              <a:buChar char=""/>
            </a:pPr>
            <a:r>
              <a:rPr b="0" lang="en-US" sz="1800" spc="-1" strike="noStrike">
                <a:solidFill>
                  <a:srgbClr val="000000"/>
                </a:solidFill>
                <a:latin typeface="Arial"/>
              </a:rPr>
              <a:t>Third Outline Level</a:t>
            </a:r>
            <a:endParaRPr b="0" lang="en-US" sz="1800" spc="-1" strike="noStrike">
              <a:solidFill>
                <a:srgbClr val="000000"/>
              </a:solidFill>
              <a:latin typeface="Arial"/>
            </a:endParaRPr>
          </a:p>
          <a:p>
            <a:pPr lvl="3" marL="1728000" indent="-216000">
              <a:spcBef>
                <a:spcPts val="567"/>
              </a:spcBef>
              <a:buClr>
                <a:srgbClr val="000000"/>
              </a:buClr>
              <a:buSzPct val="75000"/>
              <a:buFont typeface="Symbol" charset="2"/>
              <a:buChar char=""/>
            </a:pPr>
            <a:r>
              <a:rPr b="0" lang="en-US" sz="1800" spc="-1" strike="noStrike">
                <a:solidFill>
                  <a:srgbClr val="000000"/>
                </a:solidFill>
                <a:latin typeface="Arial"/>
              </a:rPr>
              <a:t>Fourth Outline Level</a:t>
            </a:r>
            <a:endParaRPr b="0" lang="en-US" sz="1800" spc="-1" strike="noStrike">
              <a:solidFill>
                <a:srgbClr val="000000"/>
              </a:solidFill>
              <a:latin typeface="Arial"/>
            </a:endParaRPr>
          </a:p>
          <a:p>
            <a:pPr lvl="4" marL="2160000" indent="-216000">
              <a:spcBef>
                <a:spcPts val="283"/>
              </a:spcBef>
              <a:buClr>
                <a:srgbClr val="000000"/>
              </a:buClr>
              <a:buSzPct val="45000"/>
              <a:buFont typeface="Wingdings" charset="2"/>
              <a:buChar char=""/>
            </a:pPr>
            <a:r>
              <a:rPr b="0" lang="en-US" sz="1800" spc="-1" strike="noStrike">
                <a:solidFill>
                  <a:srgbClr val="000000"/>
                </a:solidFill>
                <a:latin typeface="Arial"/>
              </a:rPr>
              <a:t>Fifth Outline Level</a:t>
            </a:r>
            <a:endParaRPr b="0" lang="en-US" sz="1800" spc="-1" strike="noStrike">
              <a:solidFill>
                <a:srgbClr val="000000"/>
              </a:solidFill>
              <a:latin typeface="Arial"/>
            </a:endParaRPr>
          </a:p>
          <a:p>
            <a:pPr lvl="5" marL="2592000" indent="-216000">
              <a:spcBef>
                <a:spcPts val="283"/>
              </a:spcBef>
              <a:buClr>
                <a:srgbClr val="000000"/>
              </a:buClr>
              <a:buSzPct val="45000"/>
              <a:buFont typeface="Wingdings" charset="2"/>
              <a:buChar char=""/>
            </a:pPr>
            <a:r>
              <a:rPr b="0" lang="en-US" sz="1800" spc="-1" strike="noStrike">
                <a:solidFill>
                  <a:srgbClr val="000000"/>
                </a:solidFill>
                <a:latin typeface="Arial"/>
              </a:rPr>
              <a:t>Sixth Outline Level</a:t>
            </a:r>
            <a:endParaRPr b="0" lang="en-US" sz="1800" spc="-1" strike="noStrike">
              <a:solidFill>
                <a:srgbClr val="000000"/>
              </a:solidFill>
              <a:latin typeface="Arial"/>
            </a:endParaRPr>
          </a:p>
          <a:p>
            <a:pPr lvl="6" marL="3024000" indent="-216000">
              <a:spcBef>
                <a:spcPts val="283"/>
              </a:spcBef>
              <a:buClr>
                <a:srgbClr val="000000"/>
              </a:buClr>
              <a:buSzPct val="45000"/>
              <a:buFont typeface="Wingdings" charset="2"/>
              <a:buChar char=""/>
            </a:pPr>
            <a:r>
              <a:rPr b="0" lang="en-US" sz="1800" spc="-1" strike="noStrike">
                <a:solidFill>
                  <a:srgbClr val="000000"/>
                </a:solidFill>
                <a:latin typeface="Arial"/>
              </a:rPr>
              <a:t>Seventh Outline Level</a:t>
            </a:r>
            <a:endParaRPr b="0" lang="en-US" sz="1800" spc="-1" strike="noStrike">
              <a:solidFill>
                <a:srgbClr val="000000"/>
              </a:solidFill>
              <a:latin typeface="Arial"/>
            </a:endParaRPr>
          </a:p>
        </p:txBody>
      </p:sp>
      <p:sp>
        <p:nvSpPr>
          <p:cNvPr id="33" name="PlaceHolder 3"/>
          <p:cNvSpPr>
            <a:spLocks noGrp="1"/>
          </p:cNvSpPr>
          <p:nvPr>
            <p:ph type="sldNum" idx="10"/>
          </p:nvPr>
        </p:nvSpPr>
        <p:spPr>
          <a:xfrm>
            <a:off x="8472600" y="4663080"/>
            <a:ext cx="548280" cy="393120"/>
          </a:xfrm>
          <a:prstGeom prst="rect">
            <a:avLst/>
          </a:prstGeom>
          <a:noFill/>
          <a:ln w="0">
            <a:noFill/>
          </a:ln>
        </p:spPr>
        <p:txBody>
          <a:bodyPr lIns="91440" rIns="91440" tIns="91440" bIns="91440" anchor="ctr">
            <a:normAutofit/>
          </a:bodyPr>
          <a:lstStyle>
            <a:lvl1pPr indent="0" algn="r">
              <a:lnSpc>
                <a:spcPct val="100000"/>
              </a:lnSpc>
              <a:buNone/>
              <a:tabLst>
                <a:tab algn="l" pos="0"/>
              </a:tabLst>
              <a:defRPr b="0" lang="en-US" sz="1000" spc="-1" strike="noStrike">
                <a:solidFill>
                  <a:schemeClr val="dk2"/>
                </a:solidFill>
                <a:latin typeface="Arial"/>
                <a:ea typeface="Arial"/>
              </a:defRPr>
            </a:lvl1pPr>
          </a:lstStyle>
          <a:p>
            <a:pPr indent="0" algn="r">
              <a:lnSpc>
                <a:spcPct val="100000"/>
              </a:lnSpc>
              <a:buNone/>
              <a:tabLst>
                <a:tab algn="l" pos="0"/>
              </a:tabLst>
            </a:pPr>
            <a:fld id="{67CEFB0D-BB46-4A56-93D6-DAF3DDCB77EA}" type="slidenum">
              <a:rPr b="0" lang="en-US" sz="1000" spc="-1" strike="noStrike">
                <a:solidFill>
                  <a:schemeClr val="dk2"/>
                </a:solidFill>
                <a:latin typeface="Arial"/>
                <a:ea typeface="Arial"/>
              </a:rPr>
              <a:t>&lt;number&gt;</a:t>
            </a:fld>
            <a:endParaRPr b="0" lang="en-US" sz="1000" spc="-1" strike="noStrike">
              <a:solidFill>
                <a:srgbClr val="000000"/>
              </a:solidFill>
              <a:latin typeface="Times New Roman"/>
            </a:endParaRPr>
          </a:p>
        </p:txBody>
      </p:sp>
    </p:spTree>
  </p:cSld>
  <p:clrMap bg1="lt1" bg2="lt2" tx1="dk1" tx2="dk2" accent1="accent1" accent2="accent2" accent3="accent3" accent4="accent4" accent5="accent5" accent6="accent6" hlink="hlink" folHlink="folHlink"/>
  <p:sldLayoutIdLst>
    <p:sldLayoutId id="2147483667" r:id="rId2"/>
  </p:sldLayoutIdLst>
</p:sldMaster>
</file>

<file path=ppt/slideMasters/slideMaster11.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chemeClr val="lt1"/>
        </a:solidFill>
      </p:bgPr>
    </p:bg>
    <p:spTree>
      <p:nvGrpSpPr>
        <p:cNvPr id="1" name=""/>
        <p:cNvGrpSpPr/>
        <p:nvPr/>
      </p:nvGrpSpPr>
      <p:grpSpPr>
        <a:xfrm>
          <a:off x="0" y="0"/>
          <a:ext cx="0" cy="0"/>
          <a:chOff x="0" y="0"/>
          <a:chExt cx="0" cy="0"/>
        </a:xfrm>
      </p:grpSpPr>
      <p:sp>
        <p:nvSpPr>
          <p:cNvPr id="34" name="PlaceHolder 1"/>
          <p:cNvSpPr>
            <a:spLocks noGrp="1"/>
          </p:cNvSpPr>
          <p:nvPr>
            <p:ph type="body"/>
          </p:nvPr>
        </p:nvSpPr>
        <p:spPr>
          <a:xfrm>
            <a:off x="311760" y="4230720"/>
            <a:ext cx="5998320" cy="604800"/>
          </a:xfrm>
          <a:prstGeom prst="rect">
            <a:avLst/>
          </a:prstGeom>
          <a:noFill/>
          <a:ln w="0">
            <a:noFill/>
          </a:ln>
        </p:spPr>
        <p:txBody>
          <a:bodyPr lIns="91440" rIns="91440" tIns="91440" bIns="91440" anchor="ctr">
            <a:normAutofit fontScale="1111"/>
          </a:bodyPr>
          <a:p>
            <a:pPr marL="432000" indent="-324000">
              <a:spcBef>
                <a:spcPts val="1417"/>
              </a:spcBef>
              <a:buClr>
                <a:srgbClr val="000000"/>
              </a:buClr>
              <a:buSzPct val="45000"/>
              <a:buFont typeface="Wingdings" charset="2"/>
              <a:buChar char=""/>
            </a:pPr>
            <a:r>
              <a:rPr b="0" lang="en-US" sz="1800" spc="-1" strike="noStrike">
                <a:solidFill>
                  <a:srgbClr val="000000"/>
                </a:solidFill>
                <a:latin typeface="Arial"/>
              </a:rPr>
              <a:t>Click to edit the outline text format</a:t>
            </a:r>
            <a:endParaRPr b="0" lang="en-US" sz="1800" spc="-1" strike="noStrike">
              <a:solidFill>
                <a:srgbClr val="000000"/>
              </a:solidFill>
              <a:latin typeface="Arial"/>
            </a:endParaRPr>
          </a:p>
          <a:p>
            <a:pPr lvl="1" marL="864000" indent="-324000">
              <a:spcBef>
                <a:spcPts val="1134"/>
              </a:spcBef>
              <a:buClr>
                <a:srgbClr val="000000"/>
              </a:buClr>
              <a:buSzPct val="75000"/>
              <a:buFont typeface="Symbol" charset="2"/>
              <a:buChar char=""/>
            </a:pPr>
            <a:r>
              <a:rPr b="0" lang="en-US" sz="1800" spc="-1" strike="noStrike">
                <a:solidFill>
                  <a:srgbClr val="000000"/>
                </a:solidFill>
                <a:latin typeface="Arial"/>
              </a:rPr>
              <a:t>Second Outline Level</a:t>
            </a:r>
            <a:endParaRPr b="0" lang="en-US" sz="1800" spc="-1" strike="noStrike">
              <a:solidFill>
                <a:srgbClr val="000000"/>
              </a:solidFill>
              <a:latin typeface="Arial"/>
            </a:endParaRPr>
          </a:p>
          <a:p>
            <a:pPr lvl="2" marL="1296000" indent="-288000">
              <a:spcBef>
                <a:spcPts val="850"/>
              </a:spcBef>
              <a:buClr>
                <a:srgbClr val="000000"/>
              </a:buClr>
              <a:buSzPct val="45000"/>
              <a:buFont typeface="Wingdings" charset="2"/>
              <a:buChar char=""/>
            </a:pPr>
            <a:r>
              <a:rPr b="0" lang="en-US" sz="1800" spc="-1" strike="noStrike">
                <a:solidFill>
                  <a:srgbClr val="000000"/>
                </a:solidFill>
                <a:latin typeface="Arial"/>
              </a:rPr>
              <a:t>Third Outline Level</a:t>
            </a:r>
            <a:endParaRPr b="0" lang="en-US" sz="1800" spc="-1" strike="noStrike">
              <a:solidFill>
                <a:srgbClr val="000000"/>
              </a:solidFill>
              <a:latin typeface="Arial"/>
            </a:endParaRPr>
          </a:p>
          <a:p>
            <a:pPr lvl="3" marL="1728000" indent="-216000">
              <a:spcBef>
                <a:spcPts val="567"/>
              </a:spcBef>
              <a:buClr>
                <a:srgbClr val="000000"/>
              </a:buClr>
              <a:buSzPct val="75000"/>
              <a:buFont typeface="Symbol" charset="2"/>
              <a:buChar char=""/>
            </a:pPr>
            <a:r>
              <a:rPr b="0" lang="en-US" sz="1800" spc="-1" strike="noStrike">
                <a:solidFill>
                  <a:srgbClr val="000000"/>
                </a:solidFill>
                <a:latin typeface="Arial"/>
              </a:rPr>
              <a:t>Fourth Outline Level</a:t>
            </a:r>
            <a:endParaRPr b="0" lang="en-US" sz="1800" spc="-1" strike="noStrike">
              <a:solidFill>
                <a:srgbClr val="000000"/>
              </a:solidFill>
              <a:latin typeface="Arial"/>
            </a:endParaRPr>
          </a:p>
          <a:p>
            <a:pPr lvl="4" marL="2160000" indent="-216000">
              <a:spcBef>
                <a:spcPts val="283"/>
              </a:spcBef>
              <a:buClr>
                <a:srgbClr val="000000"/>
              </a:buClr>
              <a:buSzPct val="45000"/>
              <a:buFont typeface="Wingdings" charset="2"/>
              <a:buChar char=""/>
            </a:pPr>
            <a:r>
              <a:rPr b="0" lang="en-US" sz="1800" spc="-1" strike="noStrike">
                <a:solidFill>
                  <a:srgbClr val="000000"/>
                </a:solidFill>
                <a:latin typeface="Arial"/>
              </a:rPr>
              <a:t>Fifth Outline Level</a:t>
            </a:r>
            <a:endParaRPr b="0" lang="en-US" sz="1800" spc="-1" strike="noStrike">
              <a:solidFill>
                <a:srgbClr val="000000"/>
              </a:solidFill>
              <a:latin typeface="Arial"/>
            </a:endParaRPr>
          </a:p>
          <a:p>
            <a:pPr lvl="5" marL="2592000" indent="-216000">
              <a:spcBef>
                <a:spcPts val="283"/>
              </a:spcBef>
              <a:buClr>
                <a:srgbClr val="000000"/>
              </a:buClr>
              <a:buSzPct val="45000"/>
              <a:buFont typeface="Wingdings" charset="2"/>
              <a:buChar char=""/>
            </a:pPr>
            <a:r>
              <a:rPr b="0" lang="en-US" sz="1800" spc="-1" strike="noStrike">
                <a:solidFill>
                  <a:srgbClr val="000000"/>
                </a:solidFill>
                <a:latin typeface="Arial"/>
              </a:rPr>
              <a:t>Sixth Outline Level</a:t>
            </a:r>
            <a:endParaRPr b="0" lang="en-US" sz="1800" spc="-1" strike="noStrike">
              <a:solidFill>
                <a:srgbClr val="000000"/>
              </a:solidFill>
              <a:latin typeface="Arial"/>
            </a:endParaRPr>
          </a:p>
          <a:p>
            <a:pPr lvl="6" marL="3024000" indent="-216000">
              <a:spcBef>
                <a:spcPts val="283"/>
              </a:spcBef>
              <a:buClr>
                <a:srgbClr val="000000"/>
              </a:buClr>
              <a:buSzPct val="45000"/>
              <a:buFont typeface="Wingdings" charset="2"/>
              <a:buChar char=""/>
            </a:pPr>
            <a:r>
              <a:rPr b="0" lang="en-US" sz="1800" spc="-1" strike="noStrike">
                <a:solidFill>
                  <a:srgbClr val="000000"/>
                </a:solidFill>
                <a:latin typeface="Arial"/>
              </a:rPr>
              <a:t>Seventh Outline Level</a:t>
            </a:r>
            <a:endParaRPr b="0" lang="en-US" sz="1800" spc="-1" strike="noStrike">
              <a:solidFill>
                <a:srgbClr val="000000"/>
              </a:solidFill>
              <a:latin typeface="Arial"/>
            </a:endParaRPr>
          </a:p>
        </p:txBody>
      </p:sp>
      <p:sp>
        <p:nvSpPr>
          <p:cNvPr id="35" name="PlaceHolder 2"/>
          <p:cNvSpPr>
            <a:spLocks noGrp="1"/>
          </p:cNvSpPr>
          <p:nvPr>
            <p:ph type="sldNum" idx="11"/>
          </p:nvPr>
        </p:nvSpPr>
        <p:spPr>
          <a:xfrm>
            <a:off x="8472600" y="4663080"/>
            <a:ext cx="548280" cy="393120"/>
          </a:xfrm>
          <a:prstGeom prst="rect">
            <a:avLst/>
          </a:prstGeom>
          <a:noFill/>
          <a:ln w="0">
            <a:noFill/>
          </a:ln>
        </p:spPr>
        <p:txBody>
          <a:bodyPr lIns="91440" rIns="91440" tIns="91440" bIns="91440" anchor="ctr">
            <a:normAutofit/>
          </a:bodyPr>
          <a:lstStyle>
            <a:lvl1pPr indent="0" algn="r">
              <a:lnSpc>
                <a:spcPct val="100000"/>
              </a:lnSpc>
              <a:buNone/>
              <a:tabLst>
                <a:tab algn="l" pos="0"/>
              </a:tabLst>
              <a:defRPr b="0" lang="en-US" sz="1000" spc="-1" strike="noStrike">
                <a:solidFill>
                  <a:schemeClr val="dk2"/>
                </a:solidFill>
                <a:latin typeface="Arial"/>
                <a:ea typeface="Arial"/>
              </a:defRPr>
            </a:lvl1pPr>
          </a:lstStyle>
          <a:p>
            <a:pPr indent="0" algn="r">
              <a:lnSpc>
                <a:spcPct val="100000"/>
              </a:lnSpc>
              <a:buNone/>
              <a:tabLst>
                <a:tab algn="l" pos="0"/>
              </a:tabLst>
            </a:pPr>
            <a:fld id="{F61D6E90-175E-403E-907A-9CE5CFC7B501}" type="slidenum">
              <a:rPr b="0" lang="en-US" sz="1000" spc="-1" strike="noStrike">
                <a:solidFill>
                  <a:schemeClr val="dk2"/>
                </a:solidFill>
                <a:latin typeface="Arial"/>
                <a:ea typeface="Arial"/>
              </a:rPr>
              <a:t>&lt;number&gt;</a:t>
            </a:fld>
            <a:endParaRPr b="0" lang="en-US" sz="1000" spc="-1" strike="noStrike">
              <a:solidFill>
                <a:srgbClr val="000000"/>
              </a:solidFill>
              <a:latin typeface="Times New Roman"/>
            </a:endParaRPr>
          </a:p>
        </p:txBody>
      </p:sp>
    </p:spTree>
  </p:cSld>
  <p:clrMap bg1="lt1" bg2="lt2" tx1="dk1" tx2="dk2" accent1="accent1" accent2="accent2" accent3="accent3" accent4="accent4" accent5="accent5" accent6="accent6" hlink="hlink" folHlink="folHlink"/>
  <p:sldLayoutIdLst>
    <p:sldLayoutId id="2147483669" r:id="rId2"/>
  </p:sldLayoutIdLst>
</p:sldMaster>
</file>

<file path=ppt/slides/_rels/slide1.xml.rels><?xml version="1.0" encoding="UTF-8"?>
<Relationships xmlns="http://schemas.openxmlformats.org/package/2006/relationships"><Relationship Id="rId1" Type="http://schemas.openxmlformats.org/officeDocument/2006/relationships/slideLayout" Target="../slideLayouts/slideLayout5.xml"/>
</Relationships>
</file>

<file path=ppt/slides/_rels/slide2.xml.rels><?xml version="1.0" encoding="UTF-8"?>
<Relationships xmlns="http://schemas.openxmlformats.org/package/2006/relationships"><Relationship Id="rId1" Type="http://schemas.openxmlformats.org/officeDocument/2006/relationships/slideLayout" Target="../slideLayouts/slideLayout5.xml"/>
</Relationships>
</file>

<file path=ppt/slides/_rels/slide3.xml.rels><?xml version="1.0" encoding="UTF-8"?>
<Relationships xmlns="http://schemas.openxmlformats.org/package/2006/relationships"><Relationship Id="rId1" Type="http://schemas.openxmlformats.org/officeDocument/2006/relationships/slideLayout" Target="../slideLayouts/slideLayout5.xml"/>
</Relationships>
</file>

<file path=ppt/slides/_rels/slide4.xml.rels><?xml version="1.0" encoding="UTF-8"?>
<Relationships xmlns="http://schemas.openxmlformats.org/package/2006/relationships"><Relationship Id="rId1" Type="http://schemas.openxmlformats.org/officeDocument/2006/relationships/slideLayout" Target="../slideLayouts/slideLayout5.xml"/>
</Relationships>
</file>

<file path=ppt/slides/_rels/slide5.xml.rels><?xml version="1.0" encoding="UTF-8"?>
<Relationships xmlns="http://schemas.openxmlformats.org/package/2006/relationships"><Relationship Id="rId1" Type="http://schemas.openxmlformats.org/officeDocument/2006/relationships/image" Target="../media/image1.png"/><Relationship Id="rId2" Type="http://schemas.openxmlformats.org/officeDocument/2006/relationships/image" Target="../media/image2.png"/><Relationship Id="rId3" Type="http://schemas.openxmlformats.org/officeDocument/2006/relationships/slideLayout" Target="../slideLayouts/slideLayout5.xml"/>
</Relationships>
</file>

<file path=ppt/slides/_rels/slide6.xml.rels><?xml version="1.0" encoding="UTF-8"?>
<Relationships xmlns="http://schemas.openxmlformats.org/package/2006/relationships"><Relationship Id="rId1" Type="http://schemas.openxmlformats.org/officeDocument/2006/relationships/image" Target="../media/image3.png"/><Relationship Id="rId2" Type="http://schemas.openxmlformats.org/officeDocument/2006/relationships/image" Target="../media/image4.png"/><Relationship Id="rId3" Type="http://schemas.openxmlformats.org/officeDocument/2006/relationships/slideLayout" Target="../slideLayouts/slideLayout5.xml"/>
</Relationships>
</file>

<file path=ppt/slides/_rels/slide7.xml.rels><?xml version="1.0" encoding="UTF-8"?>
<Relationships xmlns="http://schemas.openxmlformats.org/package/2006/relationships"><Relationship Id="rId1" Type="http://schemas.openxmlformats.org/officeDocument/2006/relationships/slideLayout" Target="../slideLayouts/slideLayout5.xml"/>
</Relationships>
</file>

<file path=ppt/slides/_rels/slide8.xml.rels><?xml version="1.0" encoding="UTF-8"?>
<Relationships xmlns="http://schemas.openxmlformats.org/package/2006/relationships"><Relationship Id="rId1" Type="http://schemas.openxmlformats.org/officeDocument/2006/relationships/image" Target="../media/image5.png"/><Relationship Id="rId2" Type="http://schemas.openxmlformats.org/officeDocument/2006/relationships/slideLayout" Target="../slideLayouts/slideLayout5.xml"/>
</Relationships>
</file>

<file path=ppt/slides/_rels/slide9.xml.rels><?xml version="1.0" encoding="UTF-8"?>
<Relationships xmlns="http://schemas.openxmlformats.org/package/2006/relationships"><Relationship Id="rId1" Type="http://schemas.openxmlformats.org/officeDocument/2006/relationships/slideLayout" Target="../slideLayouts/slideLayout5.xml"/>
</Relationships>
</file>

<file path=ppt/slides/_rels/slide10.xml.rels><?xml version="1.0" encoding="UTF-8"?>
<Relationships xmlns="http://schemas.openxmlformats.org/package/2006/relationships"><Relationship Id="rId1" Type="http://schemas.openxmlformats.org/officeDocument/2006/relationships/slideLayout" Target="../slideLayouts/slideLayout5.xml"/>
</Relationships>
</file>

<file path=ppt/slides/_rels/slide11.xml.rels><?xml version="1.0" encoding="UTF-8"?>
<Relationships xmlns="http://schemas.openxmlformats.org/package/2006/relationships"><Relationship Id="rId1" Type="http://schemas.openxmlformats.org/officeDocument/2006/relationships/slideLayout" Target="../slideLayouts/slideLayout5.xml"/>
</Relationships>
</file>

<file path=ppt/slides/_rels/slide12.xml.rels><?xml version="1.0" encoding="UTF-8"?>
<Relationships xmlns="http://schemas.openxmlformats.org/package/2006/relationships"><Relationship Id="rId1" Type="http://schemas.openxmlformats.org/officeDocument/2006/relationships/slideLayout" Target="../slideLayouts/slideLayout5.xml"/>
</Relationships>
</file>

<file path=ppt/slides/_rels/slide13.xml.rels><?xml version="1.0" encoding="UTF-8"?>
<Relationships xmlns="http://schemas.openxmlformats.org/package/2006/relationships"><Relationship Id="rId1" Type="http://schemas.openxmlformats.org/officeDocument/2006/relationships/image" Target="../media/image6.png"/><Relationship Id="rId2" Type="http://schemas.openxmlformats.org/officeDocument/2006/relationships/slideLayout" Target="../slideLayouts/slideLayout5.xml"/>
</Relationships>
</file>

<file path=ppt/slides/_rels/slide14.xml.rels><?xml version="1.0" encoding="UTF-8"?>
<Relationships xmlns="http://schemas.openxmlformats.org/package/2006/relationships"><Relationship Id="rId1" Type="http://schemas.openxmlformats.org/officeDocument/2006/relationships/image" Target="../media/image7.png"/><Relationship Id="rId2" Type="http://schemas.openxmlformats.org/officeDocument/2006/relationships/image" Target="../media/image8.png"/><Relationship Id="rId3" Type="http://schemas.openxmlformats.org/officeDocument/2006/relationships/slideLayout" Target="../slideLayouts/slideLayout5.xml"/>
</Relationships>
</file>

<file path=ppt/slides/_rels/slide15.xml.rels><?xml version="1.0" encoding="UTF-8"?>
<Relationships xmlns="http://schemas.openxmlformats.org/package/2006/relationships"><Relationship Id="rId1" Type="http://schemas.openxmlformats.org/officeDocument/2006/relationships/image" Target="../media/image9.png"/><Relationship Id="rId2" Type="http://schemas.openxmlformats.org/officeDocument/2006/relationships/slideLayout" Target="../slideLayouts/slideLayout5.xml"/>
</Relationships>
</file>

<file path=ppt/slides/_rels/slide16.xml.rels><?xml version="1.0" encoding="UTF-8"?>
<Relationships xmlns="http://schemas.openxmlformats.org/package/2006/relationships"><Relationship Id="rId1" Type="http://schemas.openxmlformats.org/officeDocument/2006/relationships/image" Target="../media/image10.png"/><Relationship Id="rId2" Type="http://schemas.openxmlformats.org/officeDocument/2006/relationships/image" Target="../media/image11.png"/><Relationship Id="rId3" Type="http://schemas.openxmlformats.org/officeDocument/2006/relationships/image" Target="../media/image12.png"/><Relationship Id="rId4" Type="http://schemas.openxmlformats.org/officeDocument/2006/relationships/slideLayout" Target="../slideLayouts/slideLayout5.xml"/>
</Relationships>
</file>

<file path=ppt/slides/_rels/slide17.xml.rels><?xml version="1.0" encoding="UTF-8"?>
<Relationships xmlns="http://schemas.openxmlformats.org/package/2006/relationships"><Relationship Id="rId1" Type="http://schemas.openxmlformats.org/officeDocument/2006/relationships/image" Target="../media/image13.png"/><Relationship Id="rId2" Type="http://schemas.openxmlformats.org/officeDocument/2006/relationships/slideLayout" Target="../slideLayouts/slideLayout5.xml"/>
</Relationships>
</file>

<file path=ppt/slides/_rels/slide18.xml.rels><?xml version="1.0" encoding="UTF-8"?>
<Relationships xmlns="http://schemas.openxmlformats.org/package/2006/relationships"><Relationship Id="rId1" Type="http://schemas.openxmlformats.org/officeDocument/2006/relationships/image" Target="../media/image14.png"/><Relationship Id="rId2" Type="http://schemas.openxmlformats.org/officeDocument/2006/relationships/image" Target="../media/image15.png"/><Relationship Id="rId3" Type="http://schemas.openxmlformats.org/officeDocument/2006/relationships/image" Target="../media/image16.png"/><Relationship Id="rId4" Type="http://schemas.openxmlformats.org/officeDocument/2006/relationships/slideLayout" Target="../slideLayouts/slideLayout5.xml"/>
</Relationships>
</file>

<file path=ppt/slides/_rels/slide19.xml.rels><?xml version="1.0" encoding="UTF-8"?>
<Relationships xmlns="http://schemas.openxmlformats.org/package/2006/relationships"><Relationship Id="rId1" Type="http://schemas.openxmlformats.org/officeDocument/2006/relationships/image" Target="../media/image17.png"/><Relationship Id="rId2" Type="http://schemas.openxmlformats.org/officeDocument/2006/relationships/slideLayout" Target="../slideLayouts/slideLayout5.xml"/>
</Relationships>
</file>

<file path=ppt/slides/_rels/slide20.xml.rels><?xml version="1.0" encoding="UTF-8"?>
<Relationships xmlns="http://schemas.openxmlformats.org/package/2006/relationships"><Relationship Id="rId1" Type="http://schemas.openxmlformats.org/officeDocument/2006/relationships/image" Target="../media/image18.png"/><Relationship Id="rId2" Type="http://schemas.openxmlformats.org/officeDocument/2006/relationships/image" Target="../media/image19.png"/><Relationship Id="rId3" Type="http://schemas.openxmlformats.org/officeDocument/2006/relationships/slideLayout" Target="../slideLayouts/slideLayout5.xml"/>
</Relationships>
</file>

<file path=ppt/slides/_rels/slide21.xml.rels><?xml version="1.0" encoding="UTF-8"?>
<Relationships xmlns="http://schemas.openxmlformats.org/package/2006/relationships"><Relationship Id="rId1" Type="http://schemas.openxmlformats.org/officeDocument/2006/relationships/image" Target="../media/image20.png"/><Relationship Id="rId2" Type="http://schemas.openxmlformats.org/officeDocument/2006/relationships/image" Target="../media/image21.png"/><Relationship Id="rId3" Type="http://schemas.openxmlformats.org/officeDocument/2006/relationships/image" Target="../media/image22.png"/><Relationship Id="rId4" Type="http://schemas.openxmlformats.org/officeDocument/2006/relationships/slideLayout" Target="../slideLayouts/slideLayout5.xml"/>
</Relationships>
</file>

<file path=ppt/slides/_rels/slide22.xml.rels><?xml version="1.0" encoding="UTF-8"?>
<Relationships xmlns="http://schemas.openxmlformats.org/package/2006/relationships"><Relationship Id="rId1" Type="http://schemas.openxmlformats.org/officeDocument/2006/relationships/slideLayout" Target="../slideLayouts/slideLayout5.xml"/>
</Relationships>
</file>

<file path=ppt/slides/_rels/slide23.xml.rels><?xml version="1.0" encoding="UTF-8"?>
<Relationships xmlns="http://schemas.openxmlformats.org/package/2006/relationships"><Relationship Id="rId1" Type="http://schemas.openxmlformats.org/officeDocument/2006/relationships/slideLayout" Target="../slideLayouts/slideLayout5.xml"/>
</Relationships>
</file>

<file path=ppt/slides/slide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6" name="PlaceHolder 1"/>
          <p:cNvSpPr>
            <a:spLocks noGrp="1"/>
          </p:cNvSpPr>
          <p:nvPr>
            <p:ph type="title"/>
          </p:nvPr>
        </p:nvSpPr>
        <p:spPr>
          <a:xfrm>
            <a:off x="311760" y="1140840"/>
            <a:ext cx="8520120" cy="2059920"/>
          </a:xfrm>
          <a:prstGeom prst="rect">
            <a:avLst/>
          </a:prstGeom>
          <a:noFill/>
          <a:ln w="0">
            <a:noFill/>
          </a:ln>
        </p:spPr>
        <p:txBody>
          <a:bodyPr lIns="91440" rIns="91440" tIns="91440" bIns="91440" anchor="t">
            <a:normAutofit/>
          </a:bodyPr>
          <a:p>
            <a:pPr indent="0">
              <a:lnSpc>
                <a:spcPct val="100000"/>
              </a:lnSpc>
              <a:buNone/>
              <a:tabLst>
                <a:tab algn="l" pos="0"/>
              </a:tabLst>
            </a:pPr>
            <a:r>
              <a:rPr b="1" lang="zh-TW" sz="3600" spc="-1" strike="noStrike">
                <a:solidFill>
                  <a:schemeClr val="dk1"/>
                </a:solidFill>
                <a:latin typeface="Arial"/>
                <a:ea typeface="Arial"/>
              </a:rPr>
              <a:t>期末專題</a:t>
            </a:r>
            <a:endParaRPr b="0" lang="en-US" sz="3600" spc="-1" strike="noStrike">
              <a:solidFill>
                <a:srgbClr val="000000"/>
              </a:solidFill>
              <a:latin typeface="Arial"/>
            </a:endParaRPr>
          </a:p>
          <a:p>
            <a:pPr indent="0">
              <a:lnSpc>
                <a:spcPct val="115000"/>
              </a:lnSpc>
              <a:buNone/>
              <a:tabLst>
                <a:tab algn="l" pos="0"/>
              </a:tabLst>
            </a:pPr>
            <a:r>
              <a:rPr b="1" lang="zh-TW" sz="3600" spc="-1" strike="noStrike">
                <a:solidFill>
                  <a:schemeClr val="dk1"/>
                </a:solidFill>
                <a:latin typeface="Arial"/>
                <a:ea typeface="Arial"/>
              </a:rPr>
              <a:t>讀書室預約系統   </a:t>
            </a:r>
            <a:endParaRPr b="0" lang="en-US" sz="3600" spc="-1" strike="noStrike">
              <a:solidFill>
                <a:srgbClr val="000000"/>
              </a:solidFill>
              <a:latin typeface="Arial"/>
            </a:endParaRPr>
          </a:p>
          <a:p>
            <a:pPr indent="0">
              <a:lnSpc>
                <a:spcPct val="100000"/>
              </a:lnSpc>
              <a:spcBef>
                <a:spcPts val="1199"/>
              </a:spcBef>
              <a:buNone/>
              <a:tabLst>
                <a:tab algn="l" pos="0"/>
              </a:tabLst>
            </a:pPr>
            <a:endParaRPr b="0" lang="en-US" sz="2800" spc="-1" strike="noStrike">
              <a:solidFill>
                <a:srgbClr val="000000"/>
              </a:solidFill>
              <a:latin typeface="Arial"/>
            </a:endParaRPr>
          </a:p>
        </p:txBody>
      </p:sp>
      <p:sp>
        <p:nvSpPr>
          <p:cNvPr id="37" name="PlaceHolder 2"/>
          <p:cNvSpPr>
            <a:spLocks noGrp="1"/>
          </p:cNvSpPr>
          <p:nvPr>
            <p:ph/>
          </p:nvPr>
        </p:nvSpPr>
        <p:spPr>
          <a:xfrm>
            <a:off x="1709280" y="4212720"/>
            <a:ext cx="7351200" cy="464400"/>
          </a:xfrm>
          <a:prstGeom prst="rect">
            <a:avLst/>
          </a:prstGeom>
          <a:noFill/>
          <a:ln w="0">
            <a:noFill/>
          </a:ln>
        </p:spPr>
        <p:txBody>
          <a:bodyPr lIns="91440" rIns="91440" tIns="91440" bIns="91440" anchor="t">
            <a:noAutofit/>
          </a:bodyPr>
          <a:p>
            <a:pPr indent="0" algn="ctr">
              <a:lnSpc>
                <a:spcPct val="95000"/>
              </a:lnSpc>
              <a:spcAft>
                <a:spcPts val="1199"/>
              </a:spcAft>
              <a:buNone/>
              <a:tabLst>
                <a:tab algn="l" pos="0"/>
              </a:tabLst>
            </a:pPr>
            <a:r>
              <a:rPr b="0" lang="en-US" sz="1850" spc="-1" strike="noStrike">
                <a:solidFill>
                  <a:schemeClr val="dk1"/>
                </a:solidFill>
                <a:latin typeface="Arial"/>
                <a:ea typeface="Arial"/>
              </a:rPr>
              <a:t>Members(group7) : </a:t>
            </a:r>
            <a:r>
              <a:rPr b="0" lang="zh-TW" sz="1850" spc="-1" strike="noStrike">
                <a:solidFill>
                  <a:schemeClr val="dk1"/>
                </a:solidFill>
                <a:latin typeface="Arial"/>
                <a:ea typeface="Arial"/>
              </a:rPr>
              <a:t>洪翊庭 朱嘉祥 謝佳鴻      授課教授 </a:t>
            </a:r>
            <a:r>
              <a:rPr b="0" lang="en-US" sz="1850" spc="-1" strike="noStrike">
                <a:solidFill>
                  <a:schemeClr val="dk1"/>
                </a:solidFill>
                <a:latin typeface="Arial"/>
                <a:ea typeface="Arial"/>
              </a:rPr>
              <a:t>: </a:t>
            </a:r>
            <a:r>
              <a:rPr b="0" lang="zh-TW" sz="1850" spc="-1" strike="noStrike">
                <a:solidFill>
                  <a:schemeClr val="dk1"/>
                </a:solidFill>
                <a:latin typeface="Arial"/>
                <a:ea typeface="Arial"/>
              </a:rPr>
              <a:t>黃育綸 </a:t>
            </a:r>
            <a:endParaRPr b="0" lang="en-US" sz="1850" spc="-1" strike="noStrike">
              <a:solidFill>
                <a:srgbClr val="000000"/>
              </a:solidFill>
              <a:latin typeface="Arial"/>
            </a:endParaRPr>
          </a:p>
        </p:txBody>
      </p:sp>
      <p:cxnSp>
        <p:nvCxnSpPr>
          <p:cNvPr id="38" name="Google Shape;56;p13"/>
          <p:cNvCxnSpPr/>
          <p:nvPr/>
        </p:nvCxnSpPr>
        <p:spPr>
          <a:xfrm flipV="1">
            <a:off x="230400" y="2983680"/>
            <a:ext cx="8699760" cy="11160"/>
          </a:xfrm>
          <a:prstGeom prst="straightConnector1">
            <a:avLst/>
          </a:prstGeom>
          <a:ln w="9525">
            <a:solidFill>
              <a:srgbClr val="000000"/>
            </a:solidFill>
            <a:round/>
          </a:ln>
        </p:spPr>
      </p:cxnSp>
      <p:sp>
        <p:nvSpPr>
          <p:cNvPr id="39" name="Google Shape;57;p13"/>
          <p:cNvSpPr/>
          <p:nvPr/>
        </p:nvSpPr>
        <p:spPr>
          <a:xfrm>
            <a:off x="6164280" y="2556000"/>
            <a:ext cx="2999520" cy="497880"/>
          </a:xfrm>
          <a:prstGeom prst="rect">
            <a:avLst/>
          </a:prstGeom>
          <a:noFill/>
          <a:ln w="0">
            <a:noFill/>
          </a:ln>
        </p:spPr>
        <p:style>
          <a:lnRef idx="0"/>
          <a:fillRef idx="0"/>
          <a:effectRef idx="0"/>
          <a:fontRef idx="minor"/>
        </p:style>
        <p:txBody>
          <a:bodyPr tIns="91440" bIns="91440" anchor="t">
            <a:spAutoFit/>
          </a:bodyPr>
          <a:p>
            <a:pPr algn="ctr">
              <a:lnSpc>
                <a:spcPct val="115000"/>
              </a:lnSpc>
              <a:spcAft>
                <a:spcPts val="1199"/>
              </a:spcAft>
              <a:tabLst>
                <a:tab algn="l" pos="0"/>
              </a:tabLst>
            </a:pPr>
            <a:r>
              <a:rPr b="0" lang="en-US" sz="1800" spc="-1" strike="noStrike">
                <a:solidFill>
                  <a:schemeClr val="dk1"/>
                </a:solidFill>
                <a:latin typeface="Arial"/>
                <a:ea typeface="Arial"/>
              </a:rPr>
              <a:t>Date: 2025/12/19</a:t>
            </a:r>
            <a:endParaRPr b="0" lang="en-US" sz="180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2.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40" name="PlaceHolder 1"/>
          <p:cNvSpPr>
            <a:spLocks noGrp="1"/>
          </p:cNvSpPr>
          <p:nvPr>
            <p:ph type="title"/>
          </p:nvPr>
        </p:nvSpPr>
        <p:spPr>
          <a:xfrm>
            <a:off x="442080" y="369000"/>
            <a:ext cx="1440720" cy="572400"/>
          </a:xfrm>
          <a:prstGeom prst="rect">
            <a:avLst/>
          </a:prstGeom>
          <a:noFill/>
          <a:ln w="0">
            <a:noFill/>
          </a:ln>
        </p:spPr>
        <p:txBody>
          <a:bodyPr lIns="91440" rIns="91440" tIns="91440" bIns="91440" anchor="t">
            <a:noAutofit/>
          </a:bodyPr>
          <a:p>
            <a:pPr indent="0">
              <a:lnSpc>
                <a:spcPct val="100000"/>
              </a:lnSpc>
              <a:buNone/>
              <a:tabLst>
                <a:tab algn="l" pos="0"/>
              </a:tabLst>
            </a:pPr>
            <a:r>
              <a:rPr b="0" lang="zh-TW" sz="3020" spc="-1" strike="noStrike">
                <a:solidFill>
                  <a:schemeClr val="dk1"/>
                </a:solidFill>
                <a:latin typeface="Arial"/>
                <a:ea typeface="Arial"/>
              </a:rPr>
              <a:t>大綱</a:t>
            </a:r>
            <a:endParaRPr b="0" lang="en-US" sz="3020" spc="-1" strike="noStrike">
              <a:solidFill>
                <a:srgbClr val="000000"/>
              </a:solidFill>
              <a:latin typeface="Arial"/>
            </a:endParaRPr>
          </a:p>
        </p:txBody>
      </p:sp>
      <p:sp>
        <p:nvSpPr>
          <p:cNvPr id="41" name="PlaceHolder 2"/>
          <p:cNvSpPr>
            <a:spLocks noGrp="1"/>
          </p:cNvSpPr>
          <p:nvPr>
            <p:ph/>
          </p:nvPr>
        </p:nvSpPr>
        <p:spPr>
          <a:xfrm>
            <a:off x="3345480" y="434880"/>
            <a:ext cx="3028320" cy="2189880"/>
          </a:xfrm>
          <a:prstGeom prst="rect">
            <a:avLst/>
          </a:prstGeom>
          <a:noFill/>
          <a:ln w="0">
            <a:noFill/>
          </a:ln>
        </p:spPr>
        <p:txBody>
          <a:bodyPr lIns="91440" rIns="91440" tIns="91440" bIns="91440" anchor="t">
            <a:normAutofit fontScale="93333"/>
          </a:bodyPr>
          <a:p>
            <a:pPr marL="457200" indent="-380880">
              <a:lnSpc>
                <a:spcPct val="200000"/>
              </a:lnSpc>
              <a:buClr>
                <a:srgbClr val="595959"/>
              </a:buClr>
              <a:buFont typeface="Arial"/>
              <a:buChar char="●"/>
            </a:pPr>
            <a:r>
              <a:rPr b="0" lang="zh-TW" sz="2400" spc="-1" strike="noStrike">
                <a:solidFill>
                  <a:schemeClr val="dk2"/>
                </a:solidFill>
                <a:latin typeface="Arial"/>
                <a:ea typeface="Arial"/>
              </a:rPr>
              <a:t>系統說明</a:t>
            </a:r>
            <a:endParaRPr b="0" lang="en-US" sz="2400" spc="-1" strike="noStrike">
              <a:solidFill>
                <a:srgbClr val="000000"/>
              </a:solidFill>
              <a:latin typeface="Arial"/>
            </a:endParaRPr>
          </a:p>
          <a:p>
            <a:pPr marL="457200" indent="-380880">
              <a:lnSpc>
                <a:spcPct val="200000"/>
              </a:lnSpc>
              <a:buClr>
                <a:srgbClr val="595959"/>
              </a:buClr>
              <a:buFont typeface="Arial"/>
              <a:buChar char="●"/>
            </a:pPr>
            <a:r>
              <a:rPr b="0" lang="zh-TW" sz="2400" spc="-1" strike="noStrike">
                <a:solidFill>
                  <a:schemeClr val="dk2"/>
                </a:solidFill>
                <a:latin typeface="Arial"/>
                <a:ea typeface="Arial"/>
              </a:rPr>
              <a:t>硬體架構</a:t>
            </a:r>
            <a:r>
              <a:rPr b="0" lang="en-US" sz="2400" spc="-1" strike="noStrike">
                <a:solidFill>
                  <a:schemeClr val="dk2"/>
                </a:solidFill>
                <a:latin typeface="Arial"/>
                <a:ea typeface="Arial"/>
              </a:rPr>
              <a:t>(</a:t>
            </a:r>
            <a:r>
              <a:rPr b="0" lang="zh-TW" sz="2400" spc="-1" strike="noStrike">
                <a:solidFill>
                  <a:schemeClr val="dk2"/>
                </a:solidFill>
                <a:latin typeface="Arial"/>
                <a:ea typeface="Arial"/>
              </a:rPr>
              <a:t>含</a:t>
            </a:r>
            <a:r>
              <a:rPr b="0" lang="en-US" sz="2400" spc="-1" strike="noStrike">
                <a:solidFill>
                  <a:schemeClr val="dk2"/>
                </a:solidFill>
                <a:latin typeface="Arial"/>
                <a:ea typeface="Arial"/>
              </a:rPr>
              <a:t>I/O)</a:t>
            </a:r>
            <a:endParaRPr b="0" lang="en-US" sz="2400" spc="-1" strike="noStrike">
              <a:solidFill>
                <a:srgbClr val="000000"/>
              </a:solidFill>
              <a:latin typeface="Arial"/>
            </a:endParaRPr>
          </a:p>
          <a:p>
            <a:pPr marL="457200" indent="-380880">
              <a:lnSpc>
                <a:spcPct val="200000"/>
              </a:lnSpc>
              <a:buClr>
                <a:srgbClr val="595959"/>
              </a:buClr>
              <a:buFont typeface="Arial"/>
              <a:buChar char="●"/>
            </a:pPr>
            <a:r>
              <a:rPr b="0" lang="zh-TW" sz="2400" spc="-1" strike="noStrike">
                <a:solidFill>
                  <a:schemeClr val="dk2"/>
                </a:solidFill>
                <a:latin typeface="Arial"/>
                <a:ea typeface="Arial"/>
              </a:rPr>
              <a:t>軟體設計</a:t>
            </a:r>
            <a:endParaRPr b="0" lang="en-US" sz="2400" spc="-1" strike="noStrike">
              <a:solidFill>
                <a:srgbClr val="000000"/>
              </a:solidFill>
              <a:latin typeface="Arial"/>
            </a:endParaRPr>
          </a:p>
        </p:txBody>
      </p:sp>
      <p:sp>
        <p:nvSpPr>
          <p:cNvPr id="42" name="PlaceHolder 3"/>
          <p:cNvSpPr>
            <a:spLocks noGrp="1"/>
          </p:cNvSpPr>
          <p:nvPr>
            <p:ph/>
          </p:nvPr>
        </p:nvSpPr>
        <p:spPr>
          <a:xfrm>
            <a:off x="3345840" y="2625120"/>
            <a:ext cx="3028320" cy="2037600"/>
          </a:xfrm>
          <a:prstGeom prst="rect">
            <a:avLst/>
          </a:prstGeom>
          <a:noFill/>
          <a:ln w="0">
            <a:noFill/>
          </a:ln>
        </p:spPr>
        <p:txBody>
          <a:bodyPr lIns="91440" rIns="91440" tIns="91440" bIns="91440" anchor="t">
            <a:normAutofit fontScale="83888"/>
          </a:bodyPr>
          <a:p>
            <a:pPr marL="457200" indent="-380880">
              <a:lnSpc>
                <a:spcPct val="200000"/>
              </a:lnSpc>
              <a:buClr>
                <a:srgbClr val="595959"/>
              </a:buClr>
              <a:buFont typeface="Arial"/>
              <a:buChar char="●"/>
            </a:pPr>
            <a:r>
              <a:rPr b="0" lang="zh-TW" sz="2400" spc="-1" strike="noStrike">
                <a:solidFill>
                  <a:schemeClr val="dk2"/>
                </a:solidFill>
                <a:latin typeface="Arial"/>
                <a:ea typeface="Arial"/>
              </a:rPr>
              <a:t>結合上課所學</a:t>
            </a:r>
            <a:endParaRPr b="0" lang="en-US" sz="2400" spc="-1" strike="noStrike">
              <a:solidFill>
                <a:srgbClr val="000000"/>
              </a:solidFill>
              <a:latin typeface="Arial"/>
            </a:endParaRPr>
          </a:p>
          <a:p>
            <a:pPr marL="457200" indent="-380880">
              <a:lnSpc>
                <a:spcPct val="200000"/>
              </a:lnSpc>
              <a:buClr>
                <a:srgbClr val="595959"/>
              </a:buClr>
              <a:buFont typeface="Arial"/>
              <a:buChar char="●"/>
            </a:pPr>
            <a:r>
              <a:rPr b="0" lang="zh-TW" sz="2400" spc="-1" strike="noStrike">
                <a:solidFill>
                  <a:schemeClr val="dk2"/>
                </a:solidFill>
                <a:latin typeface="Arial"/>
                <a:ea typeface="Arial"/>
              </a:rPr>
              <a:t>可能遇到的困難</a:t>
            </a:r>
            <a:endParaRPr b="0" lang="en-US" sz="2400" spc="-1" strike="noStrike">
              <a:solidFill>
                <a:srgbClr val="000000"/>
              </a:solidFill>
              <a:latin typeface="Arial"/>
            </a:endParaRPr>
          </a:p>
          <a:p>
            <a:pPr marL="457200" indent="-380880">
              <a:lnSpc>
                <a:spcPct val="200000"/>
              </a:lnSpc>
              <a:buClr>
                <a:srgbClr val="595959"/>
              </a:buClr>
              <a:buFont typeface="Arial"/>
              <a:buChar char="●"/>
            </a:pPr>
            <a:r>
              <a:rPr b="0" lang="zh-TW" sz="2400" spc="-1" strike="noStrike">
                <a:solidFill>
                  <a:schemeClr val="dk2"/>
                </a:solidFill>
                <a:latin typeface="Arial"/>
                <a:ea typeface="Arial"/>
              </a:rPr>
              <a:t>團隊分工</a:t>
            </a:r>
            <a:endParaRPr b="0" lang="en-US" sz="240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3.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43" name="PlaceHolder 1"/>
          <p:cNvSpPr>
            <a:spLocks noGrp="1"/>
          </p:cNvSpPr>
          <p:nvPr>
            <p:ph type="title"/>
          </p:nvPr>
        </p:nvSpPr>
        <p:spPr>
          <a:xfrm>
            <a:off x="105120" y="-45000"/>
            <a:ext cx="1930320" cy="373320"/>
          </a:xfrm>
          <a:prstGeom prst="rect">
            <a:avLst/>
          </a:prstGeom>
          <a:noFill/>
          <a:ln w="0">
            <a:noFill/>
          </a:ln>
        </p:spPr>
        <p:txBody>
          <a:bodyPr lIns="91440" rIns="91440" tIns="91440" bIns="91440" anchor="t">
            <a:noAutofit/>
          </a:bodyPr>
          <a:p>
            <a:pPr indent="0">
              <a:lnSpc>
                <a:spcPct val="200000"/>
              </a:lnSpc>
              <a:spcAft>
                <a:spcPts val="1199"/>
              </a:spcAft>
              <a:buNone/>
              <a:tabLst>
                <a:tab algn="l" pos="0"/>
              </a:tabLst>
            </a:pPr>
            <a:r>
              <a:rPr b="0" lang="zh-TW" sz="2800" spc="-1" strike="noStrike">
                <a:solidFill>
                  <a:schemeClr val="dk2"/>
                </a:solidFill>
                <a:latin typeface="Arial"/>
                <a:ea typeface="Arial"/>
              </a:rPr>
              <a:t>系統說明</a:t>
            </a:r>
            <a:endParaRPr b="0" lang="en-US" sz="2800" spc="-1" strike="noStrike">
              <a:solidFill>
                <a:srgbClr val="000000"/>
              </a:solidFill>
              <a:latin typeface="Arial"/>
            </a:endParaRPr>
          </a:p>
        </p:txBody>
      </p:sp>
      <p:sp>
        <p:nvSpPr>
          <p:cNvPr id="44" name="PlaceHolder 2"/>
          <p:cNvSpPr>
            <a:spLocks noGrp="1"/>
          </p:cNvSpPr>
          <p:nvPr>
            <p:ph/>
          </p:nvPr>
        </p:nvSpPr>
        <p:spPr>
          <a:xfrm>
            <a:off x="311760" y="1123200"/>
            <a:ext cx="8520120" cy="3746880"/>
          </a:xfrm>
          <a:prstGeom prst="rect">
            <a:avLst/>
          </a:prstGeom>
          <a:noFill/>
          <a:ln w="0">
            <a:noFill/>
          </a:ln>
        </p:spPr>
        <p:txBody>
          <a:bodyPr lIns="91440" rIns="91440" tIns="91440" bIns="91440" anchor="t">
            <a:normAutofit fontScale="93333"/>
          </a:bodyPr>
          <a:p>
            <a:pPr indent="0">
              <a:lnSpc>
                <a:spcPct val="95000"/>
              </a:lnSpc>
              <a:buNone/>
              <a:tabLst>
                <a:tab algn="l" pos="0"/>
              </a:tabLst>
            </a:pPr>
            <a:r>
              <a:rPr b="1" lang="zh-TW" sz="1400" spc="-1" strike="noStrike">
                <a:solidFill>
                  <a:schemeClr val="dk1"/>
                </a:solidFill>
                <a:latin typeface="Arial"/>
                <a:ea typeface="Arial"/>
              </a:rPr>
              <a:t>讀書室預約與使用管理系統</a:t>
            </a:r>
            <a:r>
              <a:rPr b="0" lang="zh-TW" sz="1400" spc="-1" strike="noStrike">
                <a:solidFill>
                  <a:schemeClr val="dk1"/>
                </a:solidFill>
                <a:latin typeface="Arial"/>
                <a:ea typeface="Arial"/>
              </a:rPr>
              <a:t>：提供讀書室資訊、預約、報到、釋放、延長、到時提醒。</a:t>
            </a:r>
            <a:endParaRPr b="0" lang="en-US" sz="1400" spc="-1" strike="noStrike">
              <a:solidFill>
                <a:srgbClr val="000000"/>
              </a:solidFill>
              <a:latin typeface="Arial"/>
            </a:endParaRPr>
          </a:p>
          <a:p>
            <a:pPr indent="0">
              <a:lnSpc>
                <a:spcPct val="95000"/>
              </a:lnSpc>
              <a:spcBef>
                <a:spcPts val="1199"/>
              </a:spcBef>
              <a:buNone/>
              <a:tabLst>
                <a:tab algn="l" pos="0"/>
              </a:tabLst>
            </a:pPr>
            <a:r>
              <a:rPr b="0" lang="zh-TW" sz="1400" spc="-1" strike="noStrike">
                <a:solidFill>
                  <a:schemeClr val="dk1"/>
                </a:solidFill>
                <a:latin typeface="Arial"/>
                <a:ea typeface="Arial"/>
              </a:rPr>
              <a:t>三色</a:t>
            </a:r>
            <a:r>
              <a:rPr b="0" lang="en-US" sz="1400" spc="-1" strike="noStrike">
                <a:solidFill>
                  <a:schemeClr val="dk1"/>
                </a:solidFill>
                <a:latin typeface="Arial"/>
                <a:ea typeface="Arial"/>
              </a:rPr>
              <a:t>LED</a:t>
            </a:r>
            <a:r>
              <a:rPr b="0" lang="zh-TW" sz="1400" spc="-1" strike="noStrike">
                <a:solidFill>
                  <a:schemeClr val="dk1"/>
                </a:solidFill>
                <a:latin typeface="Arial"/>
                <a:ea typeface="Arial"/>
              </a:rPr>
              <a:t>顯示讀書室使用狀態  </a:t>
            </a:r>
            <a:r>
              <a:rPr b="0" lang="en-US" sz="1400" spc="-1" strike="noStrike">
                <a:solidFill>
                  <a:schemeClr val="dk1"/>
                </a:solidFill>
                <a:latin typeface="Arial"/>
                <a:ea typeface="Arial"/>
              </a:rPr>
              <a:t>(🟢=</a:t>
            </a:r>
            <a:r>
              <a:rPr b="0" lang="zh-TW" sz="1400" spc="-1" strike="noStrike">
                <a:solidFill>
                  <a:schemeClr val="dk1"/>
                </a:solidFill>
                <a:latin typeface="Arial"/>
                <a:ea typeface="Arial"/>
              </a:rPr>
              <a:t>空閒</a:t>
            </a:r>
            <a:r>
              <a:rPr b="0" lang="en-US" sz="1400" spc="-1" strike="noStrike">
                <a:solidFill>
                  <a:schemeClr val="dk1"/>
                </a:solidFill>
                <a:latin typeface="Arial"/>
                <a:ea typeface="Arial"/>
              </a:rPr>
              <a:t>, 🟡= </a:t>
            </a:r>
            <a:r>
              <a:rPr b="0" lang="zh-TW" sz="1400" spc="-1" strike="noStrike">
                <a:solidFill>
                  <a:schemeClr val="dk1"/>
                </a:solidFill>
                <a:latin typeface="Arial"/>
                <a:ea typeface="Arial"/>
              </a:rPr>
              <a:t>已預約 </a:t>
            </a:r>
            <a:r>
              <a:rPr b="0" lang="en-US" sz="1400" spc="-1" strike="noStrike">
                <a:solidFill>
                  <a:schemeClr val="dk1"/>
                </a:solidFill>
                <a:latin typeface="Arial"/>
                <a:ea typeface="Arial"/>
              </a:rPr>
              <a:t>, 🔴=</a:t>
            </a:r>
            <a:r>
              <a:rPr b="0" lang="zh-TW" sz="1400" spc="-1" strike="noStrike">
                <a:solidFill>
                  <a:schemeClr val="dk1"/>
                </a:solidFill>
                <a:latin typeface="Arial"/>
                <a:ea typeface="Arial"/>
              </a:rPr>
              <a:t>使用中）</a:t>
            </a:r>
            <a:endParaRPr b="0" lang="en-US" sz="1400" spc="-1" strike="noStrike">
              <a:solidFill>
                <a:srgbClr val="000000"/>
              </a:solidFill>
              <a:latin typeface="Arial"/>
            </a:endParaRPr>
          </a:p>
          <a:p>
            <a:pPr indent="0">
              <a:lnSpc>
                <a:spcPct val="95000"/>
              </a:lnSpc>
              <a:spcBef>
                <a:spcPts val="1199"/>
              </a:spcBef>
              <a:buNone/>
              <a:tabLst>
                <a:tab algn="l" pos="0"/>
              </a:tabLst>
            </a:pPr>
            <a:r>
              <a:rPr b="0" lang="zh-TW" sz="1400" spc="-1" strike="noStrike">
                <a:solidFill>
                  <a:schemeClr val="dk1"/>
                </a:solidFill>
                <a:latin typeface="Arial"/>
                <a:ea typeface="Arial"/>
              </a:rPr>
              <a:t>七段顯示器：顯示目前選取的房間號</a:t>
            </a:r>
            <a:endParaRPr b="0" lang="en-US" sz="1400" spc="-1" strike="noStrike">
              <a:solidFill>
                <a:srgbClr val="000000"/>
              </a:solidFill>
              <a:latin typeface="Arial"/>
            </a:endParaRPr>
          </a:p>
          <a:p>
            <a:pPr indent="0">
              <a:lnSpc>
                <a:spcPct val="95000"/>
              </a:lnSpc>
              <a:spcBef>
                <a:spcPts val="1199"/>
              </a:spcBef>
              <a:buNone/>
              <a:tabLst>
                <a:tab algn="l" pos="0"/>
              </a:tabLst>
            </a:pPr>
            <a:r>
              <a:rPr b="1" lang="zh-TW" sz="1430" spc="-1" strike="noStrike">
                <a:solidFill>
                  <a:schemeClr val="dk1"/>
                </a:solidFill>
                <a:latin typeface="Arial"/>
                <a:ea typeface="Arial"/>
              </a:rPr>
              <a:t>提供給客人的功能：</a:t>
            </a:r>
            <a:endParaRPr b="0" lang="en-US" sz="1430" spc="-1" strike="noStrike">
              <a:solidFill>
                <a:srgbClr val="000000"/>
              </a:solidFill>
              <a:latin typeface="Arial"/>
            </a:endParaRPr>
          </a:p>
          <a:p>
            <a:pPr marL="457200" indent="-319320">
              <a:lnSpc>
                <a:spcPct val="95000"/>
              </a:lnSpc>
              <a:spcBef>
                <a:spcPts val="1199"/>
              </a:spcBef>
              <a:buClr>
                <a:srgbClr val="000000"/>
              </a:buClr>
              <a:buFont typeface="Arial"/>
              <a:buChar char="●"/>
              <a:tabLst>
                <a:tab algn="l" pos="0"/>
              </a:tabLst>
            </a:pPr>
            <a:r>
              <a:rPr b="0" lang="zh-TW" sz="1400" spc="-1" strike="noStrike">
                <a:solidFill>
                  <a:srgbClr val="ff0000"/>
                </a:solidFill>
                <a:latin typeface="Arial"/>
                <a:ea typeface="Arial"/>
              </a:rPr>
              <a:t>查看讀書室資訊：看板或網頁即時顯示</a:t>
            </a:r>
            <a:r>
              <a:rPr b="0" lang="en-US" sz="1400" spc="-1" strike="noStrike">
                <a:solidFill>
                  <a:srgbClr val="ff0000"/>
                </a:solidFill>
                <a:latin typeface="Arial"/>
                <a:ea typeface="Arial"/>
              </a:rPr>
              <a:t>?</a:t>
            </a:r>
            <a:r>
              <a:rPr b="0" lang="zh-TW" sz="1400" spc="-1" strike="noStrike">
                <a:solidFill>
                  <a:srgbClr val="ff0000"/>
                </a:solidFill>
                <a:latin typeface="Arial"/>
                <a:ea typeface="Arial"/>
              </a:rPr>
              <a:t>。</a:t>
            </a:r>
            <a:br>
              <a:rPr sz="1430"/>
            </a:br>
            <a:r>
              <a:rPr b="0" lang="en-US" sz="1430" spc="-1" strike="noStrike">
                <a:solidFill>
                  <a:schemeClr val="dk1"/>
                </a:solidFill>
                <a:latin typeface="Arial"/>
              </a:rPr>
              <a:t> </a:t>
            </a:r>
            <a:endParaRPr b="0" lang="en-US" sz="1430" spc="-1" strike="noStrike">
              <a:solidFill>
                <a:srgbClr val="000000"/>
              </a:solidFill>
              <a:latin typeface="Arial"/>
            </a:endParaRPr>
          </a:p>
          <a:p>
            <a:pPr marL="457200" indent="-319320">
              <a:lnSpc>
                <a:spcPct val="95000"/>
              </a:lnSpc>
              <a:buClr>
                <a:srgbClr val="000000"/>
              </a:buClr>
              <a:buFont typeface="Arial"/>
              <a:buChar char="●"/>
              <a:tabLst>
                <a:tab algn="l" pos="0"/>
              </a:tabLst>
            </a:pPr>
            <a:r>
              <a:rPr b="0" lang="zh-TW" sz="1430" spc="-1" strike="noStrike">
                <a:solidFill>
                  <a:schemeClr val="dk1"/>
                </a:solidFill>
                <a:latin typeface="Arial"/>
                <a:ea typeface="Arial"/>
              </a:rPr>
              <a:t>立即預約：選擇讀書室與時段送出。</a:t>
            </a:r>
            <a:br>
              <a:rPr sz="1430"/>
            </a:br>
            <a:r>
              <a:rPr b="0" lang="en-US" sz="1430" spc="-1" strike="noStrike">
                <a:solidFill>
                  <a:schemeClr val="dk1"/>
                </a:solidFill>
                <a:latin typeface="Arial"/>
              </a:rPr>
              <a:t> </a:t>
            </a:r>
            <a:endParaRPr b="0" lang="en-US" sz="1430" spc="-1" strike="noStrike">
              <a:solidFill>
                <a:srgbClr val="000000"/>
              </a:solidFill>
              <a:latin typeface="Arial"/>
            </a:endParaRPr>
          </a:p>
          <a:p>
            <a:pPr marL="457200" indent="-319320">
              <a:lnSpc>
                <a:spcPct val="95000"/>
              </a:lnSpc>
              <a:buClr>
                <a:srgbClr val="000000"/>
              </a:buClr>
              <a:buFont typeface="Arial"/>
              <a:buChar char="●"/>
              <a:tabLst>
                <a:tab algn="l" pos="0"/>
              </a:tabLst>
            </a:pPr>
            <a:r>
              <a:rPr b="0" lang="zh-TW" sz="1430" spc="-1" strike="noStrike">
                <a:solidFill>
                  <a:schemeClr val="dk1"/>
                </a:solidFill>
                <a:latin typeface="Arial"/>
                <a:ea typeface="Arial"/>
              </a:rPr>
              <a:t>報到</a:t>
            </a:r>
            <a:r>
              <a:rPr b="0" lang="en-US" sz="1430" spc="-1" strike="noStrike">
                <a:solidFill>
                  <a:schemeClr val="dk1"/>
                </a:solidFill>
                <a:latin typeface="Arial"/>
                <a:ea typeface="Arial"/>
              </a:rPr>
              <a:t>/</a:t>
            </a:r>
            <a:r>
              <a:rPr b="0" lang="zh-TW" sz="1430" spc="-1" strike="noStrike">
                <a:solidFill>
                  <a:schemeClr val="dk1"/>
                </a:solidFill>
                <a:latin typeface="Arial"/>
                <a:ea typeface="Arial"/>
              </a:rPr>
              <a:t>開始使用：現場按</a:t>
            </a:r>
            <a:r>
              <a:rPr b="0" lang="en-US" sz="1430" spc="-1" strike="noStrike">
                <a:solidFill>
                  <a:schemeClr val="dk1"/>
                </a:solidFill>
                <a:latin typeface="Arial"/>
                <a:ea typeface="Arial"/>
              </a:rPr>
              <a:t>Check-in (</a:t>
            </a:r>
            <a:r>
              <a:rPr b="0" lang="zh-TW" sz="1430" spc="-1" strike="noStrike">
                <a:solidFill>
                  <a:schemeClr val="dk1"/>
                </a:solidFill>
                <a:latin typeface="Arial"/>
                <a:ea typeface="Arial"/>
              </a:rPr>
              <a:t>按鈕</a:t>
            </a:r>
            <a:r>
              <a:rPr b="0" lang="en-US" sz="1430" spc="-1" strike="noStrike">
                <a:solidFill>
                  <a:schemeClr val="dk1"/>
                </a:solidFill>
                <a:latin typeface="Arial"/>
                <a:ea typeface="Arial"/>
              </a:rPr>
              <a:t>) </a:t>
            </a:r>
            <a:r>
              <a:rPr b="0" lang="zh-TW" sz="1430" spc="-1" strike="noStrike">
                <a:solidFill>
                  <a:schemeClr val="dk1"/>
                </a:solidFill>
                <a:latin typeface="Arial"/>
                <a:ea typeface="Arial"/>
              </a:rPr>
              <a:t>與刷卡 </a:t>
            </a:r>
            <a:r>
              <a:rPr b="0" lang="en-US" sz="1430" spc="-1" strike="noStrike">
                <a:solidFill>
                  <a:schemeClr val="dk1"/>
                </a:solidFill>
                <a:latin typeface="Arial"/>
                <a:ea typeface="Arial"/>
              </a:rPr>
              <a:t>(RFID) </a:t>
            </a:r>
            <a:r>
              <a:rPr b="0" lang="zh-TW" sz="1430" spc="-1" strike="noStrike">
                <a:solidFill>
                  <a:schemeClr val="dk1"/>
                </a:solidFill>
                <a:latin typeface="Arial"/>
                <a:ea typeface="Arial"/>
              </a:rPr>
              <a:t>後開始計時。</a:t>
            </a:r>
            <a:br>
              <a:rPr sz="1430"/>
            </a:br>
            <a:r>
              <a:rPr b="0" lang="en-US" sz="1430" spc="-1" strike="noStrike">
                <a:solidFill>
                  <a:schemeClr val="dk1"/>
                </a:solidFill>
                <a:latin typeface="Arial"/>
              </a:rPr>
              <a:t> </a:t>
            </a:r>
            <a:endParaRPr b="0" lang="en-US" sz="1430" spc="-1" strike="noStrike">
              <a:solidFill>
                <a:srgbClr val="000000"/>
              </a:solidFill>
              <a:latin typeface="Arial"/>
            </a:endParaRPr>
          </a:p>
          <a:p>
            <a:pPr marL="457200" indent="-319320">
              <a:lnSpc>
                <a:spcPct val="95000"/>
              </a:lnSpc>
              <a:buClr>
                <a:srgbClr val="000000"/>
              </a:buClr>
              <a:buFont typeface="Arial"/>
              <a:buChar char="●"/>
              <a:tabLst>
                <a:tab algn="l" pos="0"/>
              </a:tabLst>
            </a:pPr>
            <a:r>
              <a:rPr b="0" lang="zh-TW" sz="1430" spc="-1" strike="noStrike">
                <a:solidFill>
                  <a:schemeClr val="dk1"/>
                </a:solidFill>
                <a:latin typeface="Arial"/>
                <a:ea typeface="Arial"/>
              </a:rPr>
              <a:t>提前釋放</a:t>
            </a:r>
            <a:r>
              <a:rPr b="0" lang="en-US" sz="1430" spc="-1" strike="noStrike">
                <a:solidFill>
                  <a:schemeClr val="dk1"/>
                </a:solidFill>
                <a:latin typeface="Arial"/>
                <a:ea typeface="Arial"/>
              </a:rPr>
              <a:t>/</a:t>
            </a:r>
            <a:r>
              <a:rPr b="0" lang="zh-TW" sz="1430" spc="-1" strike="noStrike">
                <a:solidFill>
                  <a:schemeClr val="dk1"/>
                </a:solidFill>
                <a:latin typeface="Arial"/>
                <a:ea typeface="Arial"/>
              </a:rPr>
              <a:t>取消：按「</a:t>
            </a:r>
            <a:r>
              <a:rPr b="0" lang="en-US" sz="1430" spc="-1" strike="noStrike">
                <a:solidFill>
                  <a:schemeClr val="dk1"/>
                </a:solidFill>
                <a:latin typeface="Arial"/>
                <a:ea typeface="Arial"/>
              </a:rPr>
              <a:t>Release</a:t>
            </a:r>
            <a:r>
              <a:rPr b="0" lang="zh-TW" sz="1430" spc="-1" strike="noStrike">
                <a:solidFill>
                  <a:schemeClr val="dk1"/>
                </a:solidFill>
                <a:latin typeface="Arial"/>
                <a:ea typeface="Arial"/>
              </a:rPr>
              <a:t>」或於頁面取消並釋出剩餘時段。</a:t>
            </a:r>
            <a:br>
              <a:rPr sz="1430"/>
            </a:br>
            <a:r>
              <a:rPr b="0" lang="en-US" sz="1430" spc="-1" strike="noStrike">
                <a:solidFill>
                  <a:schemeClr val="dk1"/>
                </a:solidFill>
                <a:latin typeface="Arial"/>
              </a:rPr>
              <a:t> </a:t>
            </a:r>
            <a:endParaRPr b="0" lang="en-US" sz="1430" spc="-1" strike="noStrike">
              <a:solidFill>
                <a:srgbClr val="000000"/>
              </a:solidFill>
              <a:latin typeface="Arial"/>
            </a:endParaRPr>
          </a:p>
          <a:p>
            <a:pPr marL="457200" indent="-319320">
              <a:lnSpc>
                <a:spcPct val="95000"/>
              </a:lnSpc>
              <a:buClr>
                <a:srgbClr val="000000"/>
              </a:buClr>
              <a:buFont typeface="Arial"/>
              <a:buChar char="●"/>
              <a:tabLst>
                <a:tab algn="l" pos="0"/>
              </a:tabLst>
            </a:pPr>
            <a:r>
              <a:rPr b="0" lang="zh-TW" sz="1430" spc="-1" strike="noStrike">
                <a:solidFill>
                  <a:schemeClr val="dk1"/>
                </a:solidFill>
                <a:latin typeface="Arial"/>
                <a:ea typeface="Arial"/>
              </a:rPr>
              <a:t>延長申請：無人候補時可延長一次（時長可設定）。</a:t>
            </a:r>
            <a:br>
              <a:rPr sz="1430"/>
            </a:br>
            <a:r>
              <a:rPr b="0" lang="en-US" sz="1430" spc="-1" strike="noStrike">
                <a:solidFill>
                  <a:schemeClr val="dk1"/>
                </a:solidFill>
                <a:latin typeface="Arial"/>
              </a:rPr>
              <a:t> </a:t>
            </a:r>
            <a:endParaRPr b="0" lang="en-US" sz="1430" spc="-1" strike="noStrike">
              <a:solidFill>
                <a:srgbClr val="000000"/>
              </a:solidFill>
              <a:latin typeface="Arial"/>
            </a:endParaRPr>
          </a:p>
          <a:p>
            <a:pPr marL="457200" indent="-319320">
              <a:lnSpc>
                <a:spcPct val="95000"/>
              </a:lnSpc>
              <a:buClr>
                <a:srgbClr val="000000"/>
              </a:buClr>
              <a:buFont typeface="Arial"/>
              <a:buChar char="●"/>
              <a:tabLst>
                <a:tab algn="l" pos="0"/>
              </a:tabLst>
            </a:pPr>
            <a:r>
              <a:rPr b="0" lang="zh-TW" sz="1430" spc="-1" strike="noStrike">
                <a:solidFill>
                  <a:schemeClr val="dk1"/>
                </a:solidFill>
                <a:latin typeface="Arial"/>
                <a:ea typeface="Arial"/>
              </a:rPr>
              <a:t>到時提醒：即將到時 </a:t>
            </a:r>
            <a:r>
              <a:rPr b="0" lang="en-US" sz="1430" spc="-1" strike="noStrike">
                <a:solidFill>
                  <a:schemeClr val="dk1"/>
                </a:solidFill>
                <a:latin typeface="Arial"/>
                <a:ea typeface="Arial"/>
              </a:rPr>
              <a:t>(</a:t>
            </a:r>
            <a:r>
              <a:rPr b="0" lang="zh-TW" sz="1430" spc="-1" strike="noStrike">
                <a:solidFill>
                  <a:schemeClr val="dk1"/>
                </a:solidFill>
                <a:latin typeface="Arial"/>
                <a:ea typeface="Arial"/>
              </a:rPr>
              <a:t>剩餘</a:t>
            </a:r>
            <a:r>
              <a:rPr b="0" lang="en-US" sz="1430" spc="-1" strike="noStrike">
                <a:solidFill>
                  <a:schemeClr val="dk1"/>
                </a:solidFill>
                <a:latin typeface="Arial"/>
                <a:ea typeface="Arial"/>
              </a:rPr>
              <a:t>5</a:t>
            </a:r>
            <a:r>
              <a:rPr b="0" lang="zh-TW" sz="1430" spc="-1" strike="noStrike">
                <a:solidFill>
                  <a:schemeClr val="dk1"/>
                </a:solidFill>
                <a:latin typeface="Arial"/>
                <a:ea typeface="Arial"/>
              </a:rPr>
              <a:t>秒</a:t>
            </a:r>
            <a:r>
              <a:rPr b="0" lang="en-US" sz="1430" spc="-1" strike="noStrike">
                <a:solidFill>
                  <a:schemeClr val="dk1"/>
                </a:solidFill>
                <a:latin typeface="Arial"/>
                <a:ea typeface="Arial"/>
              </a:rPr>
              <a:t>) </a:t>
            </a:r>
            <a:r>
              <a:rPr b="0" lang="zh-TW" sz="1430" spc="-1" strike="noStrike">
                <a:solidFill>
                  <a:schemeClr val="dk1"/>
                </a:solidFill>
                <a:latin typeface="Arial"/>
                <a:ea typeface="Arial"/>
              </a:rPr>
              <a:t>與逾時通知</a:t>
            </a:r>
            <a:endParaRPr b="0" lang="en-US" sz="143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4.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45" name="PlaceHolder 1"/>
          <p:cNvSpPr>
            <a:spLocks noGrp="1"/>
          </p:cNvSpPr>
          <p:nvPr>
            <p:ph type="title"/>
          </p:nvPr>
        </p:nvSpPr>
        <p:spPr>
          <a:xfrm>
            <a:off x="105120" y="-59760"/>
            <a:ext cx="1930320" cy="373320"/>
          </a:xfrm>
          <a:prstGeom prst="rect">
            <a:avLst/>
          </a:prstGeom>
          <a:noFill/>
          <a:ln w="0">
            <a:noFill/>
          </a:ln>
        </p:spPr>
        <p:txBody>
          <a:bodyPr lIns="91440" rIns="91440" tIns="91440" bIns="91440" anchor="t">
            <a:noAutofit/>
          </a:bodyPr>
          <a:p>
            <a:pPr indent="0">
              <a:lnSpc>
                <a:spcPct val="200000"/>
              </a:lnSpc>
              <a:spcAft>
                <a:spcPts val="1199"/>
              </a:spcAft>
              <a:buNone/>
              <a:tabLst>
                <a:tab algn="l" pos="0"/>
              </a:tabLst>
            </a:pPr>
            <a:r>
              <a:rPr b="0" lang="zh-TW" sz="2900" spc="-1" strike="noStrike">
                <a:solidFill>
                  <a:schemeClr val="dk2"/>
                </a:solidFill>
                <a:latin typeface="Arial"/>
                <a:ea typeface="Arial"/>
              </a:rPr>
              <a:t>系統說明</a:t>
            </a:r>
            <a:endParaRPr b="0" lang="en-US" sz="2900" spc="-1" strike="noStrike">
              <a:solidFill>
                <a:srgbClr val="000000"/>
              </a:solidFill>
              <a:latin typeface="Arial"/>
            </a:endParaRPr>
          </a:p>
        </p:txBody>
      </p:sp>
      <p:sp>
        <p:nvSpPr>
          <p:cNvPr id="46" name="PlaceHolder 2"/>
          <p:cNvSpPr>
            <a:spLocks noGrp="1"/>
          </p:cNvSpPr>
          <p:nvPr>
            <p:ph/>
          </p:nvPr>
        </p:nvSpPr>
        <p:spPr>
          <a:xfrm>
            <a:off x="402840" y="920880"/>
            <a:ext cx="8520120" cy="3609360"/>
          </a:xfrm>
          <a:prstGeom prst="rect">
            <a:avLst/>
          </a:prstGeom>
          <a:noFill/>
          <a:ln w="0">
            <a:noFill/>
          </a:ln>
        </p:spPr>
        <p:txBody>
          <a:bodyPr lIns="91440" rIns="91440" tIns="91440" bIns="91440" anchor="t">
            <a:normAutofit fontScale="93333" lnSpcReduction="10000"/>
          </a:bodyPr>
          <a:p>
            <a:pPr indent="0">
              <a:lnSpc>
                <a:spcPct val="115000"/>
              </a:lnSpc>
              <a:spcBef>
                <a:spcPts val="1199"/>
              </a:spcBef>
              <a:buNone/>
              <a:tabLst>
                <a:tab algn="l" pos="0"/>
              </a:tabLst>
            </a:pPr>
            <a:r>
              <a:rPr b="1" lang="zh-TW" sz="1600" spc="-1" strike="noStrike">
                <a:solidFill>
                  <a:schemeClr val="dk1"/>
                </a:solidFill>
                <a:latin typeface="Arial"/>
                <a:ea typeface="Arial"/>
              </a:rPr>
              <a:t>預約規則</a:t>
            </a:r>
            <a:endParaRPr b="0" lang="en-US" sz="1600" spc="-1" strike="noStrike">
              <a:solidFill>
                <a:srgbClr val="000000"/>
              </a:solidFill>
              <a:latin typeface="Arial"/>
            </a:endParaRPr>
          </a:p>
          <a:p>
            <a:pPr marL="457200" indent="-322560">
              <a:lnSpc>
                <a:spcPct val="115000"/>
              </a:lnSpc>
              <a:spcBef>
                <a:spcPts val="1199"/>
              </a:spcBef>
              <a:buClr>
                <a:srgbClr val="000000"/>
              </a:buClr>
              <a:buFont typeface="Arial"/>
              <a:buChar char="●"/>
              <a:tabLst>
                <a:tab algn="l" pos="0"/>
              </a:tabLst>
            </a:pPr>
            <a:r>
              <a:rPr b="0" lang="zh-TW" sz="1600" spc="-1" strike="noStrike">
                <a:solidFill>
                  <a:schemeClr val="dk1"/>
                </a:solidFill>
                <a:latin typeface="Arial"/>
                <a:ea typeface="Arial"/>
              </a:rPr>
              <a:t>時段單位：</a:t>
            </a:r>
            <a:r>
              <a:rPr b="0" lang="en-US" sz="1600" spc="-1" strike="noStrike">
                <a:solidFill>
                  <a:schemeClr val="dk1"/>
                </a:solidFill>
                <a:latin typeface="Arial"/>
                <a:ea typeface="Arial"/>
              </a:rPr>
              <a:t>30</a:t>
            </a:r>
            <a:r>
              <a:rPr b="0" lang="zh-TW" sz="1600" spc="-1" strike="noStrike">
                <a:solidFill>
                  <a:schemeClr val="dk1"/>
                </a:solidFill>
                <a:latin typeface="Arial"/>
                <a:ea typeface="Arial"/>
              </a:rPr>
              <a:t>分鐘 （可調整）。</a:t>
            </a:r>
            <a:br>
              <a:rPr sz="1600"/>
            </a:br>
            <a:r>
              <a:rPr b="0" lang="en-US" sz="1600" spc="-1" strike="noStrike">
                <a:solidFill>
                  <a:schemeClr val="dk1"/>
                </a:solidFill>
                <a:latin typeface="Arial"/>
              </a:rPr>
              <a:t> </a:t>
            </a:r>
            <a:endParaRPr b="0" lang="en-US" sz="1600" spc="-1" strike="noStrike">
              <a:solidFill>
                <a:srgbClr val="000000"/>
              </a:solidFill>
              <a:latin typeface="Arial"/>
            </a:endParaRPr>
          </a:p>
          <a:p>
            <a:pPr marL="457200" indent="-322560">
              <a:lnSpc>
                <a:spcPct val="115000"/>
              </a:lnSpc>
              <a:buClr>
                <a:srgbClr val="000000"/>
              </a:buClr>
              <a:buFont typeface="Arial"/>
              <a:buChar char="●"/>
              <a:tabLst>
                <a:tab algn="l" pos="0"/>
              </a:tabLst>
            </a:pPr>
            <a:r>
              <a:rPr b="0" lang="zh-TW" sz="1600" spc="-1" strike="noStrike">
                <a:solidFill>
                  <a:schemeClr val="dk1"/>
                </a:solidFill>
                <a:latin typeface="Arial"/>
                <a:ea typeface="Arial"/>
              </a:rPr>
              <a:t>取用時限：預約後</a:t>
            </a:r>
            <a:r>
              <a:rPr b="0" lang="en-US" sz="1600" spc="-1" strike="noStrike">
                <a:solidFill>
                  <a:schemeClr val="dk1"/>
                </a:solidFill>
                <a:latin typeface="Arial"/>
                <a:ea typeface="Arial"/>
              </a:rPr>
              <a:t>5</a:t>
            </a:r>
            <a:r>
              <a:rPr b="0" lang="zh-TW" sz="1600" spc="-1" strike="noStrike">
                <a:solidFill>
                  <a:schemeClr val="dk1"/>
                </a:solidFill>
                <a:latin typeface="Arial"/>
                <a:ea typeface="Arial"/>
              </a:rPr>
              <a:t>分鐘內需報到；逾時自動取消並釋出。</a:t>
            </a:r>
            <a:br>
              <a:rPr sz="1600"/>
            </a:br>
            <a:r>
              <a:rPr b="0" lang="en-US" sz="1600" spc="-1" strike="noStrike">
                <a:solidFill>
                  <a:schemeClr val="dk1"/>
                </a:solidFill>
                <a:latin typeface="Arial"/>
              </a:rPr>
              <a:t> </a:t>
            </a:r>
            <a:endParaRPr b="0" lang="en-US" sz="1600" spc="-1" strike="noStrike">
              <a:solidFill>
                <a:srgbClr val="000000"/>
              </a:solidFill>
              <a:latin typeface="Arial"/>
            </a:endParaRPr>
          </a:p>
          <a:p>
            <a:pPr marL="457200" indent="-322560">
              <a:lnSpc>
                <a:spcPct val="115000"/>
              </a:lnSpc>
              <a:buClr>
                <a:srgbClr val="000000"/>
              </a:buClr>
              <a:buFont typeface="Arial"/>
              <a:buChar char="●"/>
              <a:tabLst>
                <a:tab algn="l" pos="0"/>
              </a:tabLst>
            </a:pPr>
            <a:r>
              <a:rPr b="0" lang="zh-TW" sz="1600" spc="-1" strike="noStrike">
                <a:solidFill>
                  <a:schemeClr val="dk1"/>
                </a:solidFill>
                <a:latin typeface="Arial"/>
                <a:ea typeface="Arial"/>
              </a:rPr>
              <a:t>使用上限：單日最多</a:t>
            </a:r>
            <a:r>
              <a:rPr b="0" lang="en-US" sz="1600" spc="-1" strike="noStrike">
                <a:solidFill>
                  <a:schemeClr val="dk1"/>
                </a:solidFill>
                <a:latin typeface="Arial"/>
                <a:ea typeface="Arial"/>
              </a:rPr>
              <a:t>2</a:t>
            </a:r>
            <a:r>
              <a:rPr b="0" lang="zh-TW" sz="1600" spc="-1" strike="noStrike">
                <a:solidFill>
                  <a:schemeClr val="dk1"/>
                </a:solidFill>
                <a:latin typeface="Arial"/>
                <a:ea typeface="Arial"/>
              </a:rPr>
              <a:t>次；不得同時持有多筆預約。</a:t>
            </a:r>
            <a:br>
              <a:rPr sz="1600"/>
            </a:br>
            <a:r>
              <a:rPr b="0" lang="en-US" sz="1600" spc="-1" strike="noStrike">
                <a:solidFill>
                  <a:schemeClr val="dk1"/>
                </a:solidFill>
                <a:latin typeface="Arial"/>
              </a:rPr>
              <a:t> </a:t>
            </a:r>
            <a:endParaRPr b="0" lang="en-US" sz="1600" spc="-1" strike="noStrike">
              <a:solidFill>
                <a:srgbClr val="000000"/>
              </a:solidFill>
              <a:latin typeface="Arial"/>
            </a:endParaRPr>
          </a:p>
          <a:p>
            <a:pPr marL="457200" indent="-322560">
              <a:lnSpc>
                <a:spcPct val="115000"/>
              </a:lnSpc>
              <a:buClr>
                <a:srgbClr val="000000"/>
              </a:buClr>
              <a:buFont typeface="Arial"/>
              <a:buChar char="●"/>
              <a:tabLst>
                <a:tab algn="l" pos="0"/>
              </a:tabLst>
            </a:pPr>
            <a:r>
              <a:rPr b="0" lang="zh-TW" sz="1600" spc="-1" strike="noStrike">
                <a:solidFill>
                  <a:schemeClr val="dk1"/>
                </a:solidFill>
                <a:latin typeface="Arial"/>
                <a:ea typeface="Arial"/>
              </a:rPr>
              <a:t>延長規則：無人候補可延長</a:t>
            </a:r>
            <a:r>
              <a:rPr b="0" lang="en-US" sz="1600" spc="-1" strike="noStrike">
                <a:solidFill>
                  <a:schemeClr val="dk1"/>
                </a:solidFill>
                <a:latin typeface="Arial"/>
                <a:ea typeface="Arial"/>
              </a:rPr>
              <a:t>1</a:t>
            </a:r>
            <a:r>
              <a:rPr b="0" lang="zh-TW" sz="1600" spc="-1" strike="noStrike">
                <a:solidFill>
                  <a:schemeClr val="dk1"/>
                </a:solidFill>
                <a:latin typeface="Arial"/>
                <a:ea typeface="Arial"/>
              </a:rPr>
              <a:t>次。</a:t>
            </a:r>
            <a:br>
              <a:rPr sz="1600"/>
            </a:br>
            <a:r>
              <a:rPr b="0" lang="en-US" sz="1600" spc="-1" strike="noStrike">
                <a:solidFill>
                  <a:schemeClr val="dk1"/>
                </a:solidFill>
                <a:latin typeface="Arial"/>
              </a:rPr>
              <a:t> </a:t>
            </a:r>
            <a:endParaRPr b="0" lang="en-US" sz="1600" spc="-1" strike="noStrike">
              <a:solidFill>
                <a:srgbClr val="000000"/>
              </a:solidFill>
              <a:latin typeface="Arial"/>
            </a:endParaRPr>
          </a:p>
          <a:p>
            <a:pPr marL="457200" indent="-322560">
              <a:lnSpc>
                <a:spcPct val="115000"/>
              </a:lnSpc>
              <a:buClr>
                <a:srgbClr val="000000"/>
              </a:buClr>
              <a:buFont typeface="Arial"/>
              <a:buChar char="●"/>
              <a:tabLst>
                <a:tab algn="l" pos="0"/>
              </a:tabLst>
            </a:pPr>
            <a:r>
              <a:rPr b="0" lang="zh-TW" sz="1600" spc="-1" strike="noStrike">
                <a:solidFill>
                  <a:schemeClr val="dk1"/>
                </a:solidFill>
                <a:latin typeface="Arial"/>
                <a:ea typeface="Arial"/>
              </a:rPr>
              <a:t>釋放規則：提前釋放立即開放；逾時未釋放由系統自動釋放。</a:t>
            </a:r>
            <a:br>
              <a:rPr sz="1600"/>
            </a:br>
            <a:r>
              <a:rPr b="0" lang="en-US" sz="1600" spc="-1" strike="noStrike">
                <a:solidFill>
                  <a:schemeClr val="dk1"/>
                </a:solidFill>
                <a:latin typeface="Arial"/>
              </a:rPr>
              <a:t> </a:t>
            </a:r>
            <a:endParaRPr b="0" lang="en-US" sz="1600" spc="-1" strike="noStrike">
              <a:solidFill>
                <a:srgbClr val="000000"/>
              </a:solidFill>
              <a:latin typeface="Arial"/>
            </a:endParaRPr>
          </a:p>
          <a:p>
            <a:pPr marL="457200" indent="-322560">
              <a:lnSpc>
                <a:spcPct val="115000"/>
              </a:lnSpc>
              <a:buClr>
                <a:srgbClr val="000000"/>
              </a:buClr>
              <a:buFont typeface="Arial"/>
              <a:buChar char="●"/>
              <a:tabLst>
                <a:tab algn="l" pos="0"/>
              </a:tabLst>
            </a:pPr>
            <a:r>
              <a:rPr b="0" lang="zh-TW" sz="1600" spc="-1" strike="noStrike">
                <a:solidFill>
                  <a:schemeClr val="dk1"/>
                </a:solidFill>
                <a:latin typeface="Arial"/>
                <a:ea typeface="Arial"/>
              </a:rPr>
              <a:t>候補機制 </a:t>
            </a:r>
            <a:r>
              <a:rPr b="0" lang="en-US" sz="1600" spc="-1" strike="noStrike">
                <a:solidFill>
                  <a:schemeClr val="dk1"/>
                </a:solidFill>
                <a:latin typeface="Arial"/>
                <a:ea typeface="Arial"/>
              </a:rPr>
              <a:t>: </a:t>
            </a:r>
            <a:r>
              <a:rPr b="0" lang="zh-TW" sz="1600" spc="-1" strike="noStrike">
                <a:solidFill>
                  <a:schemeClr val="dk1"/>
                </a:solidFill>
                <a:latin typeface="Arial"/>
                <a:ea typeface="Arial"/>
              </a:rPr>
              <a:t>所有讀書室有人使用時，一旦有讀書室釋出將依序通知分配給隊列中最早等待者之後讀書室開放後使用順序採</a:t>
            </a:r>
            <a:r>
              <a:rPr b="0" lang="en-US" sz="1600" spc="-1" strike="noStrike">
                <a:solidFill>
                  <a:schemeClr val="dk1"/>
                </a:solidFill>
                <a:latin typeface="Arial"/>
                <a:ea typeface="Arial"/>
              </a:rPr>
              <a:t>(FIFO)</a:t>
            </a:r>
            <a:endParaRPr b="0" lang="en-US" sz="1600" spc="-1" strike="noStrike">
              <a:solidFill>
                <a:srgbClr val="000000"/>
              </a:solidFill>
              <a:latin typeface="Arial"/>
            </a:endParaRPr>
          </a:p>
          <a:p>
            <a:pPr indent="0">
              <a:lnSpc>
                <a:spcPct val="115000"/>
              </a:lnSpc>
              <a:spcBef>
                <a:spcPts val="1199"/>
              </a:spcBef>
              <a:spcAft>
                <a:spcPts val="1199"/>
              </a:spcAft>
              <a:buNone/>
              <a:tabLst>
                <a:tab algn="l" pos="0"/>
              </a:tabLst>
            </a:pPr>
            <a:endParaRPr b="0" lang="en-US" sz="160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5.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47" name="PlaceHolder 1"/>
          <p:cNvSpPr>
            <a:spLocks noGrp="1"/>
          </p:cNvSpPr>
          <p:nvPr>
            <p:ph type="title"/>
          </p:nvPr>
        </p:nvSpPr>
        <p:spPr>
          <a:xfrm>
            <a:off x="34920" y="63720"/>
            <a:ext cx="8520120" cy="572400"/>
          </a:xfrm>
          <a:prstGeom prst="rect">
            <a:avLst/>
          </a:prstGeom>
          <a:noFill/>
          <a:ln w="0">
            <a:noFill/>
          </a:ln>
        </p:spPr>
        <p:txBody>
          <a:bodyPr lIns="91440" rIns="91440" tIns="91440" bIns="91440" anchor="t">
            <a:normAutofit fontScale="93550"/>
          </a:bodyPr>
          <a:p>
            <a:pPr indent="0">
              <a:lnSpc>
                <a:spcPct val="100000"/>
              </a:lnSpc>
              <a:buNone/>
              <a:tabLst>
                <a:tab algn="l" pos="0"/>
              </a:tabLst>
            </a:pPr>
            <a:r>
              <a:rPr b="0" lang="zh-TW" sz="2800" spc="-1" strike="noStrike">
                <a:solidFill>
                  <a:schemeClr val="dk1"/>
                </a:solidFill>
                <a:latin typeface="Arial"/>
                <a:ea typeface="Arial"/>
              </a:rPr>
              <a:t>訂房機制</a:t>
            </a:r>
            <a:endParaRPr b="0" lang="en-US" sz="2800" spc="-1" strike="noStrike">
              <a:solidFill>
                <a:srgbClr val="000000"/>
              </a:solidFill>
              <a:latin typeface="Arial"/>
            </a:endParaRPr>
          </a:p>
        </p:txBody>
      </p:sp>
      <p:sp>
        <p:nvSpPr>
          <p:cNvPr id="48" name="Google Shape;89;p18"/>
          <p:cNvSpPr/>
          <p:nvPr/>
        </p:nvSpPr>
        <p:spPr>
          <a:xfrm>
            <a:off x="1836360" y="673920"/>
            <a:ext cx="1649520" cy="456840"/>
          </a:xfrm>
          <a:prstGeom prst="rect">
            <a:avLst/>
          </a:prstGeom>
          <a:noFill/>
          <a:ln w="0">
            <a:noFill/>
          </a:ln>
        </p:spPr>
        <p:style>
          <a:lnRef idx="0"/>
          <a:fillRef idx="0"/>
          <a:effectRef idx="0"/>
          <a:fontRef idx="minor"/>
        </p:style>
        <p:txBody>
          <a:bodyPr tIns="91440" bIns="91440" anchor="t">
            <a:spAutoFit/>
          </a:bodyPr>
          <a:p>
            <a:pPr>
              <a:lnSpc>
                <a:spcPct val="100000"/>
              </a:lnSpc>
              <a:tabLst>
                <a:tab algn="l" pos="0"/>
              </a:tabLst>
            </a:pPr>
            <a:r>
              <a:rPr b="0" lang="en-US" sz="1800" spc="-1" strike="noStrike">
                <a:solidFill>
                  <a:schemeClr val="dk2"/>
                </a:solidFill>
                <a:latin typeface="Arial"/>
                <a:ea typeface="Arial"/>
              </a:rPr>
              <a:t>Reserve</a:t>
            </a:r>
            <a:endParaRPr b="0" lang="en-US" sz="1800" spc="-1" strike="noStrike">
              <a:solidFill>
                <a:srgbClr val="000000"/>
              </a:solidFill>
              <a:latin typeface="Arial"/>
            </a:endParaRPr>
          </a:p>
        </p:txBody>
      </p:sp>
      <p:sp>
        <p:nvSpPr>
          <p:cNvPr id="49" name="Google Shape;90;p18"/>
          <p:cNvSpPr/>
          <p:nvPr/>
        </p:nvSpPr>
        <p:spPr>
          <a:xfrm>
            <a:off x="5685840" y="454320"/>
            <a:ext cx="1649520" cy="456840"/>
          </a:xfrm>
          <a:prstGeom prst="rect">
            <a:avLst/>
          </a:prstGeom>
          <a:noFill/>
          <a:ln w="0">
            <a:noFill/>
          </a:ln>
        </p:spPr>
        <p:style>
          <a:lnRef idx="0"/>
          <a:fillRef idx="0"/>
          <a:effectRef idx="0"/>
          <a:fontRef idx="minor"/>
        </p:style>
        <p:txBody>
          <a:bodyPr tIns="91440" bIns="91440" anchor="t">
            <a:spAutoFit/>
          </a:bodyPr>
          <a:p>
            <a:pPr>
              <a:lnSpc>
                <a:spcPct val="100000"/>
              </a:lnSpc>
              <a:tabLst>
                <a:tab algn="l" pos="0"/>
              </a:tabLst>
            </a:pPr>
            <a:r>
              <a:rPr b="0" lang="en-US" sz="1800" spc="-1" strike="noStrike">
                <a:solidFill>
                  <a:schemeClr val="dk2"/>
                </a:solidFill>
                <a:latin typeface="Arial"/>
                <a:ea typeface="Arial"/>
              </a:rPr>
              <a:t>Timer</a:t>
            </a:r>
            <a:endParaRPr b="0" lang="en-US" sz="1800" spc="-1" strike="noStrike">
              <a:solidFill>
                <a:srgbClr val="000000"/>
              </a:solidFill>
              <a:latin typeface="Arial"/>
            </a:endParaRPr>
          </a:p>
        </p:txBody>
      </p:sp>
      <p:pic>
        <p:nvPicPr>
          <p:cNvPr id="50" name="Google Shape;91;p18" descr=""/>
          <p:cNvPicPr/>
          <p:nvPr/>
        </p:nvPicPr>
        <p:blipFill>
          <a:blip r:embed="rId1"/>
          <a:stretch/>
        </p:blipFill>
        <p:spPr>
          <a:xfrm>
            <a:off x="152280" y="1473840"/>
            <a:ext cx="4092480" cy="2855160"/>
          </a:xfrm>
          <a:prstGeom prst="rect">
            <a:avLst/>
          </a:prstGeom>
          <a:ln w="0">
            <a:noFill/>
          </a:ln>
        </p:spPr>
      </p:pic>
      <p:pic>
        <p:nvPicPr>
          <p:cNvPr id="51" name="Google Shape;92;p18" descr=""/>
          <p:cNvPicPr/>
          <p:nvPr/>
        </p:nvPicPr>
        <p:blipFill>
          <a:blip r:embed="rId2"/>
          <a:stretch/>
        </p:blipFill>
        <p:spPr>
          <a:xfrm>
            <a:off x="4397400" y="1068120"/>
            <a:ext cx="4379040" cy="3922560"/>
          </a:xfrm>
          <a:prstGeom prst="rect">
            <a:avLst/>
          </a:prstGeom>
          <a:ln w="0">
            <a:noFill/>
          </a:ln>
        </p:spPr>
      </p:pic>
    </p:spTree>
  </p:cSld>
  <mc:AlternateContent>
    <mc:Choice Requires="p14">
      <p:transition spd="slow" p14:dur="2000"/>
    </mc:Choice>
    <mc:Fallback>
      <p:transition spd="slow"/>
    </mc:Fallback>
  </mc:AlternateContent>
</p:sld>
</file>

<file path=ppt/slides/slide6.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52" name="PlaceHolder 1"/>
          <p:cNvSpPr>
            <a:spLocks noGrp="1"/>
          </p:cNvSpPr>
          <p:nvPr>
            <p:ph type="title"/>
          </p:nvPr>
        </p:nvSpPr>
        <p:spPr>
          <a:xfrm>
            <a:off x="52920" y="56520"/>
            <a:ext cx="8520120" cy="572400"/>
          </a:xfrm>
          <a:prstGeom prst="rect">
            <a:avLst/>
          </a:prstGeom>
          <a:noFill/>
          <a:ln w="0">
            <a:noFill/>
          </a:ln>
        </p:spPr>
        <p:txBody>
          <a:bodyPr lIns="91440" rIns="91440" tIns="91440" bIns="91440" anchor="t">
            <a:normAutofit fontScale="93550"/>
          </a:bodyPr>
          <a:p>
            <a:pPr indent="0">
              <a:lnSpc>
                <a:spcPct val="100000"/>
              </a:lnSpc>
              <a:buNone/>
              <a:tabLst>
                <a:tab algn="l" pos="0"/>
              </a:tabLst>
            </a:pPr>
            <a:r>
              <a:rPr b="0" lang="zh-TW" sz="2800" spc="-1" strike="noStrike">
                <a:solidFill>
                  <a:srgbClr val="002f4a"/>
                </a:solidFill>
                <a:latin typeface="Arial"/>
                <a:ea typeface="Arial"/>
              </a:rPr>
              <a:t>硬體架構 </a:t>
            </a:r>
            <a:r>
              <a:rPr b="0" lang="en-US" sz="2800" spc="-1" strike="noStrike">
                <a:solidFill>
                  <a:srgbClr val="002f4a"/>
                </a:solidFill>
                <a:latin typeface="Arial"/>
                <a:ea typeface="Arial"/>
              </a:rPr>
              <a:t>(</a:t>
            </a:r>
            <a:r>
              <a:rPr b="0" lang="zh-TW" sz="2800" spc="-1" strike="noStrike">
                <a:solidFill>
                  <a:srgbClr val="002f4a"/>
                </a:solidFill>
                <a:latin typeface="Arial"/>
                <a:ea typeface="Arial"/>
              </a:rPr>
              <a:t>含</a:t>
            </a:r>
            <a:r>
              <a:rPr b="0" lang="en-US" sz="2800" spc="-1" strike="noStrike">
                <a:solidFill>
                  <a:srgbClr val="002f4a"/>
                </a:solidFill>
                <a:latin typeface="Arial"/>
                <a:ea typeface="Arial"/>
              </a:rPr>
              <a:t>I/O)</a:t>
            </a:r>
            <a:endParaRPr b="0" lang="en-US" sz="2800" spc="-1" strike="noStrike">
              <a:solidFill>
                <a:srgbClr val="000000"/>
              </a:solidFill>
              <a:latin typeface="Arial"/>
            </a:endParaRPr>
          </a:p>
        </p:txBody>
      </p:sp>
      <p:pic>
        <p:nvPicPr>
          <p:cNvPr id="53" name="Google Shape;98;p19" descr=""/>
          <p:cNvPicPr/>
          <p:nvPr/>
        </p:nvPicPr>
        <p:blipFill>
          <a:blip r:embed="rId1"/>
          <a:stretch/>
        </p:blipFill>
        <p:spPr>
          <a:xfrm>
            <a:off x="3740040" y="2644920"/>
            <a:ext cx="1506240" cy="1121040"/>
          </a:xfrm>
          <a:prstGeom prst="rect">
            <a:avLst/>
          </a:prstGeom>
          <a:ln w="0">
            <a:noFill/>
          </a:ln>
        </p:spPr>
      </p:pic>
      <p:pic>
        <p:nvPicPr>
          <p:cNvPr id="54" name="Google Shape;99;p19" descr=""/>
          <p:cNvPicPr/>
          <p:nvPr/>
        </p:nvPicPr>
        <p:blipFill>
          <a:blip r:embed="rId2"/>
          <a:stretch/>
        </p:blipFill>
        <p:spPr>
          <a:xfrm>
            <a:off x="5399640" y="2490480"/>
            <a:ext cx="3135600" cy="1327680"/>
          </a:xfrm>
          <a:prstGeom prst="rect">
            <a:avLst/>
          </a:prstGeom>
          <a:ln w="0">
            <a:noFill/>
          </a:ln>
        </p:spPr>
      </p:pic>
      <p:sp>
        <p:nvSpPr>
          <p:cNvPr id="55" name="Google Shape;100;p19"/>
          <p:cNvSpPr/>
          <p:nvPr/>
        </p:nvSpPr>
        <p:spPr>
          <a:xfrm>
            <a:off x="4177080" y="1623240"/>
            <a:ext cx="1113480" cy="352800"/>
          </a:xfrm>
          <a:prstGeom prst="rect">
            <a:avLst/>
          </a:prstGeom>
          <a:noFill/>
          <a:ln w="0">
            <a:noFill/>
          </a:ln>
        </p:spPr>
        <p:style>
          <a:lnRef idx="0"/>
          <a:fillRef idx="0"/>
          <a:effectRef idx="0"/>
          <a:fontRef idx="minor"/>
        </p:style>
        <p:txBody>
          <a:bodyPr tIns="91440" bIns="91440" anchor="t">
            <a:noAutofit/>
          </a:bodyPr>
          <a:p>
            <a:pPr>
              <a:lnSpc>
                <a:spcPct val="100000"/>
              </a:lnSpc>
              <a:tabLst>
                <a:tab algn="l" pos="0"/>
              </a:tabLst>
            </a:pPr>
            <a:r>
              <a:rPr b="0" lang="zh-TW" sz="1400" spc="-1" strike="noStrike">
                <a:solidFill>
                  <a:schemeClr val="dk2"/>
                </a:solidFill>
                <a:latin typeface="Arial"/>
                <a:ea typeface="Arial"/>
              </a:rPr>
              <a:t>讀書室</a:t>
            </a:r>
            <a:endParaRPr b="0" lang="en-US" sz="1400" spc="-1" strike="noStrike">
              <a:solidFill>
                <a:srgbClr val="000000"/>
              </a:solidFill>
              <a:latin typeface="Arial"/>
            </a:endParaRPr>
          </a:p>
          <a:p>
            <a:pPr>
              <a:lnSpc>
                <a:spcPct val="100000"/>
              </a:lnSpc>
              <a:tabLst>
                <a:tab algn="l" pos="0"/>
              </a:tabLst>
            </a:pPr>
            <a:r>
              <a:rPr b="0" lang="zh-TW" sz="1400" spc="-1" strike="noStrike">
                <a:solidFill>
                  <a:schemeClr val="dk2"/>
                </a:solidFill>
                <a:latin typeface="Arial"/>
                <a:ea typeface="Arial"/>
              </a:rPr>
              <a:t>編號顯示</a:t>
            </a:r>
            <a:endParaRPr b="0" lang="en-US" sz="1400" spc="-1" strike="noStrike">
              <a:solidFill>
                <a:srgbClr val="000000"/>
              </a:solidFill>
              <a:latin typeface="Arial"/>
            </a:endParaRPr>
          </a:p>
        </p:txBody>
      </p:sp>
      <p:cxnSp>
        <p:nvCxnSpPr>
          <p:cNvPr id="56" name="Google Shape;101;p19"/>
          <p:cNvCxnSpPr/>
          <p:nvPr/>
        </p:nvCxnSpPr>
        <p:spPr>
          <a:xfrm>
            <a:off x="3926160" y="2076120"/>
            <a:ext cx="90720" cy="554400"/>
          </a:xfrm>
          <a:prstGeom prst="straightConnector1">
            <a:avLst/>
          </a:prstGeom>
          <a:ln w="19050">
            <a:solidFill>
              <a:srgbClr val="000000"/>
            </a:solidFill>
            <a:round/>
            <a:headEnd len="med" type="triangle" w="med"/>
          </a:ln>
        </p:spPr>
      </p:cxnSp>
      <p:sp>
        <p:nvSpPr>
          <p:cNvPr id="57" name="Google Shape;102;p19"/>
          <p:cNvSpPr/>
          <p:nvPr/>
        </p:nvSpPr>
        <p:spPr>
          <a:xfrm>
            <a:off x="3403080" y="1821960"/>
            <a:ext cx="953280" cy="352800"/>
          </a:xfrm>
          <a:prstGeom prst="rect">
            <a:avLst/>
          </a:prstGeom>
          <a:noFill/>
          <a:ln w="0">
            <a:noFill/>
          </a:ln>
        </p:spPr>
        <p:style>
          <a:lnRef idx="0"/>
          <a:fillRef idx="0"/>
          <a:effectRef idx="0"/>
          <a:fontRef idx="minor"/>
        </p:style>
        <p:txBody>
          <a:bodyPr tIns="91440" bIns="91440" anchor="t">
            <a:noAutofit/>
          </a:bodyPr>
          <a:p>
            <a:pPr>
              <a:lnSpc>
                <a:spcPct val="100000"/>
              </a:lnSpc>
              <a:tabLst>
                <a:tab algn="l" pos="0"/>
              </a:tabLst>
            </a:pPr>
            <a:r>
              <a:rPr b="0" lang="zh-TW" sz="1400" spc="-1" strike="noStrike">
                <a:solidFill>
                  <a:schemeClr val="dk2"/>
                </a:solidFill>
                <a:latin typeface="Arial"/>
                <a:ea typeface="Arial"/>
              </a:rPr>
              <a:t>狀態顯示</a:t>
            </a:r>
            <a:endParaRPr b="0" lang="en-US" sz="1400" spc="-1" strike="noStrike">
              <a:solidFill>
                <a:srgbClr val="000000"/>
              </a:solidFill>
              <a:latin typeface="Arial"/>
            </a:endParaRPr>
          </a:p>
        </p:txBody>
      </p:sp>
      <p:cxnSp>
        <p:nvCxnSpPr>
          <p:cNvPr id="58" name="Google Shape;103;p19"/>
          <p:cNvCxnSpPr/>
          <p:nvPr/>
        </p:nvCxnSpPr>
        <p:spPr>
          <a:xfrm flipH="1">
            <a:off x="4521960" y="2147040"/>
            <a:ext cx="39960" cy="914400"/>
          </a:xfrm>
          <a:prstGeom prst="straightConnector1">
            <a:avLst/>
          </a:prstGeom>
          <a:ln w="19050">
            <a:solidFill>
              <a:srgbClr val="000000"/>
            </a:solidFill>
            <a:round/>
            <a:headEnd len="med" type="triangle" w="med"/>
          </a:ln>
        </p:spPr>
      </p:cxnSp>
      <p:sp>
        <p:nvSpPr>
          <p:cNvPr id="59" name="Google Shape;104;p19"/>
          <p:cNvSpPr/>
          <p:nvPr/>
        </p:nvSpPr>
        <p:spPr>
          <a:xfrm>
            <a:off x="5360760" y="1722960"/>
            <a:ext cx="1914840" cy="322200"/>
          </a:xfrm>
          <a:prstGeom prst="rect">
            <a:avLst/>
          </a:prstGeom>
          <a:noFill/>
          <a:ln w="0">
            <a:noFill/>
          </a:ln>
        </p:spPr>
        <p:style>
          <a:lnRef idx="0"/>
          <a:fillRef idx="0"/>
          <a:effectRef idx="0"/>
          <a:fontRef idx="minor"/>
        </p:style>
        <p:txBody>
          <a:bodyPr tIns="91440" bIns="91440" anchor="t">
            <a:noAutofit/>
          </a:bodyPr>
          <a:p>
            <a:pPr>
              <a:lnSpc>
                <a:spcPct val="100000"/>
              </a:lnSpc>
              <a:tabLst>
                <a:tab algn="l" pos="0"/>
              </a:tabLst>
            </a:pPr>
            <a:r>
              <a:rPr b="0" lang="zh-TW" sz="1400" spc="-1" strike="noStrike">
                <a:solidFill>
                  <a:schemeClr val="dk2"/>
                </a:solidFill>
                <a:latin typeface="Arial"/>
                <a:ea typeface="Arial"/>
              </a:rPr>
              <a:t>按鈕</a:t>
            </a:r>
            <a:r>
              <a:rPr b="0" lang="en-US" sz="1400" spc="-1" strike="noStrike">
                <a:solidFill>
                  <a:schemeClr val="dk2"/>
                </a:solidFill>
                <a:latin typeface="Arial"/>
                <a:ea typeface="Arial"/>
              </a:rPr>
              <a:t>,7seg LED </a:t>
            </a:r>
            <a:r>
              <a:rPr b="0" lang="zh-TW" sz="1400" spc="-1" strike="noStrike">
                <a:solidFill>
                  <a:schemeClr val="dk2"/>
                </a:solidFill>
                <a:latin typeface="Arial"/>
                <a:ea typeface="Arial"/>
              </a:rPr>
              <a:t>顯示下一間讀書室狀態</a:t>
            </a:r>
            <a:endParaRPr b="0" lang="en-US" sz="1400" spc="-1" strike="noStrike">
              <a:solidFill>
                <a:srgbClr val="000000"/>
              </a:solidFill>
              <a:latin typeface="Arial"/>
            </a:endParaRPr>
          </a:p>
        </p:txBody>
      </p:sp>
      <p:cxnSp>
        <p:nvCxnSpPr>
          <p:cNvPr id="60" name="Google Shape;105;p19"/>
          <p:cNvCxnSpPr/>
          <p:nvPr/>
        </p:nvCxnSpPr>
        <p:spPr>
          <a:xfrm flipV="1">
            <a:off x="4856400" y="2234520"/>
            <a:ext cx="711000" cy="1117080"/>
          </a:xfrm>
          <a:prstGeom prst="straightConnector1">
            <a:avLst/>
          </a:prstGeom>
          <a:ln w="19050">
            <a:solidFill>
              <a:srgbClr val="000000"/>
            </a:solidFill>
            <a:round/>
            <a:tailEnd len="med" type="triangle" w="med"/>
          </a:ln>
        </p:spPr>
      </p:cxnSp>
      <p:cxnSp>
        <p:nvCxnSpPr>
          <p:cNvPr id="61" name="Google Shape;106;p19"/>
          <p:cNvCxnSpPr/>
          <p:nvPr/>
        </p:nvCxnSpPr>
        <p:spPr>
          <a:xfrm flipH="1">
            <a:off x="5065560" y="3154320"/>
            <a:ext cx="295560" cy="388800"/>
          </a:xfrm>
          <a:prstGeom prst="straightConnector1">
            <a:avLst/>
          </a:prstGeom>
          <a:ln w="19050">
            <a:solidFill>
              <a:srgbClr val="ff9900"/>
            </a:solidFill>
            <a:round/>
            <a:headEnd len="med" type="triangle" w="med"/>
          </a:ln>
        </p:spPr>
      </p:cxnSp>
      <p:sp>
        <p:nvSpPr>
          <p:cNvPr id="62" name="Google Shape;107;p19"/>
          <p:cNvSpPr/>
          <p:nvPr/>
        </p:nvSpPr>
        <p:spPr>
          <a:xfrm>
            <a:off x="4911840" y="905400"/>
            <a:ext cx="1740240" cy="767880"/>
          </a:xfrm>
          <a:prstGeom prst="rect">
            <a:avLst/>
          </a:prstGeom>
          <a:noFill/>
          <a:ln w="0">
            <a:noFill/>
          </a:ln>
        </p:spPr>
        <p:style>
          <a:lnRef idx="0"/>
          <a:fillRef idx="0"/>
          <a:effectRef idx="0"/>
          <a:fontRef idx="minor"/>
        </p:style>
        <p:txBody>
          <a:bodyPr tIns="91440" bIns="91440" anchor="ctr">
            <a:noAutofit/>
          </a:bodyPr>
          <a:p>
            <a:pPr algn="ctr">
              <a:lnSpc>
                <a:spcPct val="100000"/>
              </a:lnSpc>
              <a:tabLst>
                <a:tab algn="l" pos="0"/>
              </a:tabLst>
            </a:pPr>
            <a:r>
              <a:rPr b="0" lang="en-US" sz="1600" spc="-1" strike="noStrike">
                <a:solidFill>
                  <a:srgbClr val="ff0000"/>
                </a:solidFill>
                <a:latin typeface="Arial"/>
                <a:ea typeface="Arial"/>
              </a:rPr>
              <a:t>Server :</a:t>
            </a:r>
            <a:r>
              <a:rPr b="0" lang="en-US" sz="1600" spc="-1" strike="noStrike">
                <a:solidFill>
                  <a:srgbClr val="333333"/>
                </a:solidFill>
                <a:latin typeface="Arial"/>
                <a:ea typeface="Arial"/>
              </a:rPr>
              <a:t> </a:t>
            </a:r>
            <a:endParaRPr b="0" lang="en-US" sz="1600" spc="-1" strike="noStrike">
              <a:solidFill>
                <a:srgbClr val="000000"/>
              </a:solidFill>
              <a:latin typeface="Arial"/>
            </a:endParaRPr>
          </a:p>
          <a:p>
            <a:pPr algn="ctr">
              <a:lnSpc>
                <a:spcPct val="100000"/>
              </a:lnSpc>
              <a:tabLst>
                <a:tab algn="l" pos="0"/>
              </a:tabLst>
            </a:pPr>
            <a:r>
              <a:rPr b="0" lang="zh-TW" sz="1600" spc="-1" strike="noStrike">
                <a:solidFill>
                  <a:srgbClr val="333333"/>
                </a:solidFill>
                <a:latin typeface="Arial"/>
                <a:ea typeface="Arial"/>
              </a:rPr>
              <a:t>提供讀書室</a:t>
            </a:r>
            <a:endParaRPr b="0" lang="en-US" sz="1600" spc="-1" strike="noStrike">
              <a:solidFill>
                <a:srgbClr val="000000"/>
              </a:solidFill>
              <a:latin typeface="Arial"/>
            </a:endParaRPr>
          </a:p>
          <a:p>
            <a:pPr algn="ctr">
              <a:lnSpc>
                <a:spcPct val="100000"/>
              </a:lnSpc>
              <a:tabLst>
                <a:tab algn="l" pos="0"/>
              </a:tabLst>
            </a:pPr>
            <a:r>
              <a:rPr b="0" lang="zh-TW" sz="1600" spc="-1" strike="noStrike">
                <a:solidFill>
                  <a:srgbClr val="333333"/>
                </a:solidFill>
                <a:latin typeface="Arial"/>
                <a:ea typeface="Arial"/>
              </a:rPr>
              <a:t>預約服務</a:t>
            </a:r>
            <a:endParaRPr b="0" lang="en-US" sz="1600" spc="-1" strike="noStrike">
              <a:solidFill>
                <a:srgbClr val="000000"/>
              </a:solidFill>
              <a:latin typeface="Arial"/>
            </a:endParaRPr>
          </a:p>
        </p:txBody>
      </p:sp>
      <p:sp>
        <p:nvSpPr>
          <p:cNvPr id="63" name="Google Shape;111;p19"/>
          <p:cNvSpPr/>
          <p:nvPr/>
        </p:nvSpPr>
        <p:spPr>
          <a:xfrm>
            <a:off x="3290400" y="900360"/>
            <a:ext cx="5516640" cy="3017520"/>
          </a:xfrm>
          <a:prstGeom prst="rect">
            <a:avLst/>
          </a:prstGeom>
          <a:noFill/>
          <a:ln w="9525">
            <a:solidFill>
              <a:srgbClr val="595959"/>
            </a:solidFill>
            <a:round/>
          </a:ln>
        </p:spPr>
        <p:style>
          <a:lnRef idx="0"/>
          <a:fillRef idx="0"/>
          <a:effectRef idx="0"/>
          <a:fontRef idx="minor"/>
        </p:style>
        <p:txBody>
          <a:bodyPr tIns="91440" bIns="91440" anchor="ctr">
            <a:noAutofit/>
          </a:bodyPr>
          <a:p>
            <a:pPr algn="ctr">
              <a:lnSpc>
                <a:spcPct val="100000"/>
              </a:lnSpc>
              <a:tabLst>
                <a:tab algn="l" pos="0"/>
              </a:tabLst>
            </a:pPr>
            <a:endParaRPr b="0" lang="en-US" sz="1400" spc="-1" strike="noStrike">
              <a:solidFill>
                <a:srgbClr val="000000"/>
              </a:solidFill>
              <a:latin typeface="Arial"/>
            </a:endParaRPr>
          </a:p>
        </p:txBody>
      </p:sp>
      <p:sp>
        <p:nvSpPr>
          <p:cNvPr id="64" name="Google Shape;112;p19"/>
          <p:cNvSpPr/>
          <p:nvPr/>
        </p:nvSpPr>
        <p:spPr>
          <a:xfrm>
            <a:off x="7549560" y="2176560"/>
            <a:ext cx="859680" cy="352800"/>
          </a:xfrm>
          <a:prstGeom prst="rect">
            <a:avLst/>
          </a:prstGeom>
          <a:noFill/>
          <a:ln w="0">
            <a:noFill/>
          </a:ln>
        </p:spPr>
        <p:style>
          <a:lnRef idx="0"/>
          <a:fillRef idx="0"/>
          <a:effectRef idx="0"/>
          <a:fontRef idx="minor"/>
        </p:style>
        <p:txBody>
          <a:bodyPr tIns="91440" bIns="91440" anchor="t">
            <a:noAutofit/>
          </a:bodyPr>
          <a:p>
            <a:pPr>
              <a:lnSpc>
                <a:spcPct val="100000"/>
              </a:lnSpc>
              <a:tabLst>
                <a:tab algn="l" pos="0"/>
              </a:tabLst>
            </a:pPr>
            <a:r>
              <a:rPr b="0" lang="zh-TW" sz="1400" spc="-1" strike="noStrike">
                <a:solidFill>
                  <a:schemeClr val="dk2"/>
                </a:solidFill>
                <a:latin typeface="Arial"/>
                <a:ea typeface="Arial"/>
              </a:rPr>
              <a:t>刷房卡</a:t>
            </a:r>
            <a:endParaRPr b="0" lang="en-US" sz="140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7.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65" name="PlaceHolder 1"/>
          <p:cNvSpPr>
            <a:spLocks noGrp="1"/>
          </p:cNvSpPr>
          <p:nvPr>
            <p:ph type="title"/>
          </p:nvPr>
        </p:nvSpPr>
        <p:spPr>
          <a:xfrm>
            <a:off x="224640" y="20880"/>
            <a:ext cx="4674960" cy="572400"/>
          </a:xfrm>
          <a:prstGeom prst="rect">
            <a:avLst/>
          </a:prstGeom>
          <a:noFill/>
          <a:ln w="0">
            <a:noFill/>
          </a:ln>
        </p:spPr>
        <p:txBody>
          <a:bodyPr lIns="91440" rIns="91440" tIns="91440" bIns="91440" anchor="t">
            <a:noAutofit/>
          </a:bodyPr>
          <a:p>
            <a:pPr indent="0">
              <a:lnSpc>
                <a:spcPct val="100000"/>
              </a:lnSpc>
              <a:buNone/>
              <a:tabLst>
                <a:tab algn="l" pos="0"/>
              </a:tabLst>
            </a:pPr>
            <a:r>
              <a:rPr b="0" lang="zh-TW" sz="2800" spc="-1" strike="noStrike">
                <a:solidFill>
                  <a:srgbClr val="002f4a"/>
                </a:solidFill>
                <a:latin typeface="Arial"/>
                <a:ea typeface="Arial"/>
              </a:rPr>
              <a:t>硬體架構 </a:t>
            </a:r>
            <a:r>
              <a:rPr b="0" lang="en-US" sz="2800" spc="-1" strike="noStrike">
                <a:solidFill>
                  <a:srgbClr val="002f4a"/>
                </a:solidFill>
                <a:latin typeface="Arial"/>
                <a:ea typeface="Arial"/>
              </a:rPr>
              <a:t>(</a:t>
            </a:r>
            <a:r>
              <a:rPr b="0" lang="zh-TW" sz="2800" spc="-1" strike="noStrike">
                <a:solidFill>
                  <a:srgbClr val="002f4a"/>
                </a:solidFill>
                <a:latin typeface="Arial"/>
                <a:ea typeface="Arial"/>
              </a:rPr>
              <a:t>含</a:t>
            </a:r>
            <a:r>
              <a:rPr b="0" lang="en-US" sz="2800" spc="-1" strike="noStrike">
                <a:solidFill>
                  <a:srgbClr val="002f4a"/>
                </a:solidFill>
                <a:latin typeface="Arial"/>
                <a:ea typeface="Arial"/>
              </a:rPr>
              <a:t>I/O)</a:t>
            </a:r>
            <a:endParaRPr b="0" lang="en-US" sz="2800" spc="-1" strike="noStrike">
              <a:solidFill>
                <a:srgbClr val="000000"/>
              </a:solidFill>
              <a:latin typeface="Arial"/>
            </a:endParaRPr>
          </a:p>
        </p:txBody>
      </p:sp>
      <p:sp>
        <p:nvSpPr>
          <p:cNvPr id="66" name="Google Shape;154;p21"/>
          <p:cNvSpPr/>
          <p:nvPr/>
        </p:nvSpPr>
        <p:spPr>
          <a:xfrm>
            <a:off x="8862120" y="4883040"/>
            <a:ext cx="150480" cy="182520"/>
          </a:xfrm>
          <a:prstGeom prst="rect">
            <a:avLst/>
          </a:prstGeom>
          <a:noFill/>
          <a:ln w="0">
            <a:noFill/>
          </a:ln>
        </p:spPr>
        <p:style>
          <a:lnRef idx="0"/>
          <a:fillRef idx="0"/>
          <a:effectRef idx="0"/>
          <a:fontRef idx="minor"/>
        </p:style>
        <p:txBody>
          <a:bodyPr lIns="45720" rIns="45720" tIns="22680" bIns="22680" anchor="t">
            <a:spAutoFit/>
          </a:bodyPr>
          <a:p>
            <a:pPr>
              <a:lnSpc>
                <a:spcPct val="100000"/>
              </a:lnSpc>
              <a:tabLst>
                <a:tab algn="l" pos="0"/>
              </a:tabLst>
            </a:pPr>
            <a:r>
              <a:rPr b="0" lang="en-US" sz="900" spc="-1" strike="noStrike">
                <a:solidFill>
                  <a:srgbClr val="31394d"/>
                </a:solidFill>
                <a:latin typeface="Calibri"/>
                <a:ea typeface="Calibri"/>
              </a:rPr>
              <a:t>6</a:t>
            </a:r>
            <a:endParaRPr b="0" lang="en-US" sz="900" spc="-1" strike="noStrike">
              <a:solidFill>
                <a:srgbClr val="000000"/>
              </a:solidFill>
              <a:latin typeface="Arial"/>
            </a:endParaRPr>
          </a:p>
        </p:txBody>
      </p:sp>
      <p:sp>
        <p:nvSpPr>
          <p:cNvPr id="67" name="Google Shape;155;p21"/>
          <p:cNvSpPr/>
          <p:nvPr/>
        </p:nvSpPr>
        <p:spPr>
          <a:xfrm>
            <a:off x="848880" y="1242720"/>
            <a:ext cx="6709680" cy="3513960"/>
          </a:xfrm>
          <a:prstGeom prst="rect">
            <a:avLst/>
          </a:prstGeom>
          <a:noFill/>
          <a:ln w="0">
            <a:noFill/>
          </a:ln>
        </p:spPr>
        <p:style>
          <a:lnRef idx="0"/>
          <a:fillRef idx="0"/>
          <a:effectRef idx="0"/>
          <a:fontRef idx="minor"/>
        </p:style>
        <p:txBody>
          <a:bodyPr lIns="68400" rIns="68400" tIns="34200" bIns="34200" anchor="t">
            <a:normAutofit/>
          </a:bodyPr>
          <a:p>
            <a:pPr marL="457200" indent="-330120">
              <a:lnSpc>
                <a:spcPct val="150000"/>
              </a:lnSpc>
              <a:spcBef>
                <a:spcPts val="799"/>
              </a:spcBef>
              <a:buClr>
                <a:srgbClr val="31394d"/>
              </a:buClr>
              <a:buFont typeface="Arial"/>
              <a:buChar char="●"/>
            </a:pPr>
            <a:r>
              <a:rPr b="0" lang="en-US" sz="1600" spc="-1" strike="noStrike">
                <a:solidFill>
                  <a:srgbClr val="31394d"/>
                </a:solidFill>
                <a:latin typeface="Arial"/>
                <a:ea typeface="Arial"/>
              </a:rPr>
              <a:t>Server</a:t>
            </a:r>
            <a:r>
              <a:rPr b="0" lang="zh-TW" sz="1600" spc="-1" strike="noStrike">
                <a:solidFill>
                  <a:srgbClr val="31394d"/>
                </a:solidFill>
                <a:latin typeface="Arial"/>
                <a:ea typeface="Arial"/>
              </a:rPr>
              <a:t>端</a:t>
            </a:r>
            <a:endParaRPr b="0" lang="en-US" sz="1600" spc="-1" strike="noStrike">
              <a:solidFill>
                <a:srgbClr val="000000"/>
              </a:solidFill>
              <a:latin typeface="Arial"/>
            </a:endParaRPr>
          </a:p>
          <a:p>
            <a:pPr lvl="1" marL="914400" indent="-330120">
              <a:lnSpc>
                <a:spcPct val="150000"/>
              </a:lnSpc>
              <a:buClr>
                <a:srgbClr val="31394d"/>
              </a:buClr>
              <a:buFont typeface="Arial"/>
              <a:buChar char="○"/>
            </a:pPr>
            <a:r>
              <a:rPr b="0" lang="en-US" sz="1600" spc="-1" strike="noStrike">
                <a:solidFill>
                  <a:srgbClr val="31394d"/>
                </a:solidFill>
                <a:latin typeface="Arial"/>
                <a:ea typeface="Arial"/>
              </a:rPr>
              <a:t>Raspberry pi </a:t>
            </a:r>
            <a:endParaRPr b="0" lang="en-US" sz="1600" spc="-1" strike="noStrike">
              <a:solidFill>
                <a:srgbClr val="000000"/>
              </a:solidFill>
              <a:latin typeface="Arial"/>
            </a:endParaRPr>
          </a:p>
          <a:p>
            <a:pPr marL="457200" indent="-330120">
              <a:lnSpc>
                <a:spcPct val="150000"/>
              </a:lnSpc>
              <a:buClr>
                <a:srgbClr val="31394d"/>
              </a:buClr>
              <a:buFont typeface="Arial"/>
              <a:buChar char="●"/>
            </a:pPr>
            <a:r>
              <a:rPr b="0" lang="en-US" sz="1600" spc="-1" strike="noStrike">
                <a:solidFill>
                  <a:srgbClr val="31394d"/>
                </a:solidFill>
                <a:latin typeface="Arial"/>
                <a:ea typeface="Arial"/>
              </a:rPr>
              <a:t>Client</a:t>
            </a:r>
            <a:r>
              <a:rPr b="0" lang="zh-TW" sz="1600" spc="-1" strike="noStrike">
                <a:solidFill>
                  <a:srgbClr val="31394d"/>
                </a:solidFill>
                <a:latin typeface="Arial"/>
                <a:ea typeface="Arial"/>
              </a:rPr>
              <a:t>端</a:t>
            </a:r>
            <a:r>
              <a:rPr b="0" lang="en-US" sz="1600" spc="-1" strike="noStrike">
                <a:solidFill>
                  <a:srgbClr val="31394d"/>
                </a:solidFill>
                <a:latin typeface="Arial"/>
                <a:ea typeface="Arial"/>
              </a:rPr>
              <a:t>:</a:t>
            </a:r>
            <a:endParaRPr b="0" lang="en-US" sz="1600" spc="-1" strike="noStrike">
              <a:solidFill>
                <a:srgbClr val="000000"/>
              </a:solidFill>
              <a:latin typeface="Arial"/>
            </a:endParaRPr>
          </a:p>
          <a:p>
            <a:pPr lvl="1" marL="914400" indent="-330120">
              <a:lnSpc>
                <a:spcPct val="150000"/>
              </a:lnSpc>
              <a:buClr>
                <a:srgbClr val="31394d"/>
              </a:buClr>
              <a:buFont typeface="Arial"/>
              <a:buChar char="○"/>
            </a:pPr>
            <a:r>
              <a:rPr b="0" lang="en-US" sz="1600" spc="-1" strike="noStrike">
                <a:solidFill>
                  <a:srgbClr val="31394d"/>
                </a:solidFill>
                <a:latin typeface="Arial"/>
                <a:ea typeface="Arial"/>
              </a:rPr>
              <a:t>Raspberry pi </a:t>
            </a:r>
            <a:endParaRPr b="0" lang="en-US" sz="1600" spc="-1" strike="noStrike">
              <a:solidFill>
                <a:srgbClr val="000000"/>
              </a:solidFill>
              <a:latin typeface="Arial"/>
            </a:endParaRPr>
          </a:p>
          <a:p>
            <a:pPr lvl="1" marL="914400" indent="-330120">
              <a:lnSpc>
                <a:spcPct val="150000"/>
              </a:lnSpc>
              <a:buClr>
                <a:srgbClr val="31394d"/>
              </a:buClr>
              <a:buFont typeface="Arial"/>
              <a:buChar char="○"/>
            </a:pPr>
            <a:r>
              <a:rPr b="0" lang="en-US" sz="1600" spc="-1" strike="noStrike">
                <a:solidFill>
                  <a:srgbClr val="31394d"/>
                </a:solidFill>
                <a:latin typeface="Arial"/>
                <a:ea typeface="Arial"/>
              </a:rPr>
              <a:t>1</a:t>
            </a:r>
            <a:r>
              <a:rPr b="0" lang="zh-TW" sz="1600" spc="-1" strike="noStrike">
                <a:solidFill>
                  <a:srgbClr val="31394d"/>
                </a:solidFill>
                <a:latin typeface="Arial"/>
                <a:ea typeface="Arial"/>
              </a:rPr>
              <a:t>個按鈕 </a:t>
            </a:r>
            <a:r>
              <a:rPr b="0" lang="en-US" sz="1600" spc="-1" strike="noStrike">
                <a:solidFill>
                  <a:srgbClr val="31394d"/>
                </a:solidFill>
                <a:latin typeface="Arial"/>
                <a:ea typeface="Arial"/>
              </a:rPr>
              <a:t>(</a:t>
            </a:r>
            <a:r>
              <a:rPr b="0" lang="zh-TW" sz="1600" spc="-1" strike="noStrike">
                <a:solidFill>
                  <a:srgbClr val="31394d"/>
                </a:solidFill>
                <a:latin typeface="Arial"/>
                <a:ea typeface="Arial"/>
              </a:rPr>
              <a:t>切換顯示下一個讀書室的狀態</a:t>
            </a:r>
            <a:r>
              <a:rPr b="0" lang="en-US" sz="1600" spc="-1" strike="noStrike">
                <a:solidFill>
                  <a:srgbClr val="31394d"/>
                </a:solidFill>
                <a:latin typeface="Arial"/>
                <a:ea typeface="Arial"/>
              </a:rPr>
              <a:t>)</a:t>
            </a:r>
            <a:endParaRPr b="0" lang="en-US" sz="1600" spc="-1" strike="noStrike">
              <a:solidFill>
                <a:srgbClr val="000000"/>
              </a:solidFill>
              <a:latin typeface="Arial"/>
            </a:endParaRPr>
          </a:p>
          <a:p>
            <a:pPr lvl="1" marL="914400" indent="-330120">
              <a:lnSpc>
                <a:spcPct val="150000"/>
              </a:lnSpc>
              <a:buClr>
                <a:srgbClr val="31394d"/>
              </a:buClr>
              <a:buFont typeface="Arial"/>
              <a:buChar char="○"/>
            </a:pPr>
            <a:r>
              <a:rPr b="0" lang="en-US" sz="1600" spc="-1" strike="noStrike">
                <a:solidFill>
                  <a:srgbClr val="31394d"/>
                </a:solidFill>
                <a:latin typeface="Arial"/>
                <a:ea typeface="Arial"/>
              </a:rPr>
              <a:t>1</a:t>
            </a:r>
            <a:r>
              <a:rPr b="0" lang="zh-TW" sz="1600" spc="-1" strike="noStrike">
                <a:solidFill>
                  <a:srgbClr val="31394d"/>
                </a:solidFill>
                <a:latin typeface="Arial"/>
                <a:ea typeface="Arial"/>
              </a:rPr>
              <a:t>個七段顯示器 </a:t>
            </a:r>
            <a:r>
              <a:rPr b="0" lang="en-US" sz="1600" spc="-1" strike="noStrike">
                <a:solidFill>
                  <a:srgbClr val="31394d"/>
                </a:solidFill>
                <a:latin typeface="Arial"/>
                <a:ea typeface="Arial"/>
              </a:rPr>
              <a:t>(</a:t>
            </a:r>
            <a:r>
              <a:rPr b="0" lang="zh-TW" sz="1600" spc="-1" strike="noStrike">
                <a:solidFill>
                  <a:srgbClr val="31394d"/>
                </a:solidFill>
                <a:latin typeface="Arial"/>
                <a:ea typeface="Arial"/>
              </a:rPr>
              <a:t>顯示當前讀書室號碼</a:t>
            </a:r>
            <a:r>
              <a:rPr b="0" lang="en-US" sz="1600" spc="-1" strike="noStrike">
                <a:solidFill>
                  <a:srgbClr val="31394d"/>
                </a:solidFill>
                <a:latin typeface="Arial"/>
                <a:ea typeface="Arial"/>
              </a:rPr>
              <a:t>)</a:t>
            </a:r>
            <a:endParaRPr b="0" lang="en-US" sz="1600" spc="-1" strike="noStrike">
              <a:solidFill>
                <a:srgbClr val="000000"/>
              </a:solidFill>
              <a:latin typeface="Arial"/>
            </a:endParaRPr>
          </a:p>
          <a:p>
            <a:pPr lvl="1" marL="914400" indent="-330120">
              <a:lnSpc>
                <a:spcPct val="150000"/>
              </a:lnSpc>
              <a:buClr>
                <a:srgbClr val="31394d"/>
              </a:buClr>
              <a:buFont typeface="Arial"/>
              <a:buChar char="○"/>
            </a:pPr>
            <a:r>
              <a:rPr b="0" lang="en-US" sz="1600" spc="-1" strike="noStrike">
                <a:solidFill>
                  <a:srgbClr val="31394d"/>
                </a:solidFill>
                <a:latin typeface="Arial"/>
                <a:ea typeface="Arial"/>
              </a:rPr>
              <a:t>3</a:t>
            </a:r>
            <a:r>
              <a:rPr b="0" lang="zh-TW" sz="1600" spc="-1" strike="noStrike">
                <a:solidFill>
                  <a:srgbClr val="31394d"/>
                </a:solidFill>
                <a:latin typeface="Arial"/>
                <a:ea typeface="Arial"/>
              </a:rPr>
              <a:t>種顏色</a:t>
            </a:r>
            <a:r>
              <a:rPr b="0" lang="en-US" sz="1600" spc="-1" strike="noStrike">
                <a:solidFill>
                  <a:srgbClr val="31394d"/>
                </a:solidFill>
                <a:latin typeface="Arial"/>
                <a:ea typeface="Arial"/>
              </a:rPr>
              <a:t>LED (</a:t>
            </a:r>
            <a:r>
              <a:rPr b="0" lang="zh-TW" sz="1600" spc="-1" strike="noStrike">
                <a:solidFill>
                  <a:srgbClr val="31394d"/>
                </a:solidFill>
                <a:latin typeface="Arial"/>
                <a:ea typeface="Arial"/>
              </a:rPr>
              <a:t>顯示當前讀書室狀態</a:t>
            </a:r>
            <a:r>
              <a:rPr b="0" lang="en-US" sz="1600" spc="-1" strike="noStrike">
                <a:solidFill>
                  <a:srgbClr val="31394d"/>
                </a:solidFill>
                <a:latin typeface="Arial"/>
                <a:ea typeface="Arial"/>
              </a:rPr>
              <a:t>)</a:t>
            </a:r>
            <a:endParaRPr b="0" lang="en-US" sz="1600" spc="-1" strike="noStrike">
              <a:solidFill>
                <a:srgbClr val="000000"/>
              </a:solidFill>
              <a:latin typeface="Arial"/>
            </a:endParaRPr>
          </a:p>
          <a:p>
            <a:pPr lvl="1" marL="914400" indent="-330120">
              <a:lnSpc>
                <a:spcPct val="150000"/>
              </a:lnSpc>
              <a:buClr>
                <a:srgbClr val="31394d"/>
              </a:buClr>
              <a:buFont typeface="Arial"/>
              <a:buChar char="○"/>
            </a:pPr>
            <a:r>
              <a:rPr b="0" lang="en-US" sz="1600" spc="-1" strike="noStrike">
                <a:solidFill>
                  <a:srgbClr val="31394d"/>
                </a:solidFill>
                <a:latin typeface="Arial"/>
                <a:ea typeface="Arial"/>
              </a:rPr>
              <a:t>RFID (</a:t>
            </a:r>
            <a:r>
              <a:rPr b="0" lang="zh-TW" sz="1600" spc="-1" strike="noStrike">
                <a:solidFill>
                  <a:srgbClr val="31394d"/>
                </a:solidFill>
                <a:latin typeface="Arial"/>
                <a:ea typeface="Arial"/>
              </a:rPr>
              <a:t>刷房卡</a:t>
            </a:r>
            <a:r>
              <a:rPr b="0" lang="en-US" sz="1600" spc="-1" strike="noStrike">
                <a:solidFill>
                  <a:srgbClr val="31394d"/>
                </a:solidFill>
                <a:latin typeface="Arial"/>
                <a:ea typeface="Arial"/>
              </a:rPr>
              <a:t>)</a:t>
            </a:r>
            <a:endParaRPr b="0" lang="en-US" sz="160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8.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68" name="PlaceHolder 1"/>
          <p:cNvSpPr>
            <a:spLocks noGrp="1"/>
          </p:cNvSpPr>
          <p:nvPr>
            <p:ph type="title"/>
          </p:nvPr>
        </p:nvSpPr>
        <p:spPr>
          <a:xfrm>
            <a:off x="224640" y="20880"/>
            <a:ext cx="4674960" cy="572400"/>
          </a:xfrm>
          <a:prstGeom prst="rect">
            <a:avLst/>
          </a:prstGeom>
          <a:noFill/>
          <a:ln w="0">
            <a:noFill/>
          </a:ln>
        </p:spPr>
        <p:txBody>
          <a:bodyPr lIns="91440" rIns="91440" tIns="91440" bIns="91440" anchor="t">
            <a:noAutofit/>
          </a:bodyPr>
          <a:p>
            <a:pPr indent="0">
              <a:lnSpc>
                <a:spcPct val="100000"/>
              </a:lnSpc>
              <a:buNone/>
              <a:tabLst>
                <a:tab algn="l" pos="0"/>
              </a:tabLst>
            </a:pPr>
            <a:r>
              <a:rPr b="0" lang="zh-TW" sz="2800" spc="-1" strike="noStrike">
                <a:solidFill>
                  <a:srgbClr val="002f4a"/>
                </a:solidFill>
                <a:latin typeface="Arial"/>
                <a:ea typeface="Arial"/>
              </a:rPr>
              <a:t>軟體設計</a:t>
            </a:r>
            <a:endParaRPr b="0" lang="en-US" sz="2800" spc="-1" strike="noStrike">
              <a:solidFill>
                <a:srgbClr val="000000"/>
              </a:solidFill>
              <a:latin typeface="Arial"/>
            </a:endParaRPr>
          </a:p>
          <a:p>
            <a:pPr indent="0">
              <a:lnSpc>
                <a:spcPct val="200000"/>
              </a:lnSpc>
              <a:spcAft>
                <a:spcPts val="1199"/>
              </a:spcAft>
              <a:buNone/>
              <a:tabLst>
                <a:tab algn="l" pos="0"/>
              </a:tabLst>
            </a:pPr>
            <a:endParaRPr b="0" lang="en-US" sz="3000" spc="-1" strike="noStrike">
              <a:solidFill>
                <a:srgbClr val="000000"/>
              </a:solidFill>
              <a:latin typeface="Arial"/>
            </a:endParaRPr>
          </a:p>
        </p:txBody>
      </p:sp>
      <p:pic>
        <p:nvPicPr>
          <p:cNvPr id="69" name="Google Shape;168;p23" descr=""/>
          <p:cNvPicPr/>
          <p:nvPr/>
        </p:nvPicPr>
        <p:blipFill>
          <a:blip r:embed="rId1"/>
          <a:stretch/>
        </p:blipFill>
        <p:spPr>
          <a:xfrm>
            <a:off x="59040" y="727200"/>
            <a:ext cx="2485800" cy="4009680"/>
          </a:xfrm>
          <a:prstGeom prst="rect">
            <a:avLst/>
          </a:prstGeom>
          <a:ln w="0">
            <a:noFill/>
          </a:ln>
        </p:spPr>
      </p:pic>
      <p:sp>
        <p:nvSpPr>
          <p:cNvPr id="70" name="Google Shape;169;p23"/>
          <p:cNvSpPr/>
          <p:nvPr/>
        </p:nvSpPr>
        <p:spPr>
          <a:xfrm>
            <a:off x="2545200" y="727200"/>
            <a:ext cx="5841360" cy="2102760"/>
          </a:xfrm>
          <a:prstGeom prst="rect">
            <a:avLst/>
          </a:prstGeom>
          <a:noFill/>
          <a:ln w="0">
            <a:noFill/>
          </a:ln>
        </p:spPr>
        <p:style>
          <a:lnRef idx="0"/>
          <a:fillRef idx="0"/>
          <a:effectRef idx="0"/>
          <a:fontRef idx="minor"/>
        </p:style>
        <p:txBody>
          <a:bodyPr tIns="91440" bIns="91440" anchor="t">
            <a:spAutoFit/>
          </a:bodyPr>
          <a:p>
            <a:pPr>
              <a:lnSpc>
                <a:spcPct val="100000"/>
              </a:lnSpc>
              <a:tabLst>
                <a:tab algn="l" pos="0"/>
              </a:tabLst>
            </a:pPr>
            <a:r>
              <a:rPr b="0" lang="en-US" sz="1800" spc="-1" strike="noStrike">
                <a:solidFill>
                  <a:schemeClr val="dk2"/>
                </a:solidFill>
                <a:latin typeface="Arial"/>
                <a:ea typeface="Arial"/>
              </a:rPr>
              <a:t>Server: </a:t>
            </a:r>
            <a:endParaRPr b="0" lang="en-US" sz="1800" spc="-1" strike="noStrike">
              <a:solidFill>
                <a:srgbClr val="000000"/>
              </a:solidFill>
              <a:latin typeface="Arial"/>
            </a:endParaRPr>
          </a:p>
          <a:p>
            <a:pPr>
              <a:lnSpc>
                <a:spcPct val="100000"/>
              </a:lnSpc>
              <a:tabLst>
                <a:tab algn="l" pos="0"/>
              </a:tabLst>
            </a:pPr>
            <a:r>
              <a:rPr b="0" lang="en-US" sz="1800" spc="-1" strike="noStrike">
                <a:solidFill>
                  <a:schemeClr val="dk2"/>
                </a:solidFill>
                <a:latin typeface="Arial"/>
                <a:ea typeface="Arial"/>
              </a:rPr>
              <a:t>   </a:t>
            </a:r>
            <a:r>
              <a:rPr b="0" lang="en-US" sz="1800" spc="-1" strike="noStrike">
                <a:solidFill>
                  <a:schemeClr val="dk2"/>
                </a:solidFill>
                <a:latin typeface="Arial"/>
                <a:ea typeface="Arial"/>
              </a:rPr>
              <a:t>timer thread : </a:t>
            </a:r>
            <a:r>
              <a:rPr b="0" lang="zh-TW" sz="1800" spc="-1" strike="noStrike">
                <a:solidFill>
                  <a:schemeClr val="dk2"/>
                </a:solidFill>
                <a:latin typeface="Arial"/>
                <a:ea typeface="Arial"/>
              </a:rPr>
              <a:t>定期 </a:t>
            </a:r>
            <a:r>
              <a:rPr b="0" lang="en-US" sz="1800" spc="-1" strike="noStrike">
                <a:solidFill>
                  <a:schemeClr val="dk2"/>
                </a:solidFill>
                <a:latin typeface="Arial"/>
                <a:ea typeface="Arial"/>
              </a:rPr>
              <a:t>release  </a:t>
            </a:r>
            <a:endParaRPr b="0" lang="en-US" sz="1800" spc="-1" strike="noStrike">
              <a:solidFill>
                <a:srgbClr val="000000"/>
              </a:solidFill>
              <a:latin typeface="Arial"/>
            </a:endParaRPr>
          </a:p>
          <a:p>
            <a:pPr>
              <a:lnSpc>
                <a:spcPct val="100000"/>
              </a:lnSpc>
              <a:tabLst>
                <a:tab algn="l" pos="0"/>
              </a:tabLst>
            </a:pPr>
            <a:r>
              <a:rPr b="0" lang="en-US" sz="1800" spc="-1" strike="noStrike">
                <a:solidFill>
                  <a:schemeClr val="dk2"/>
                </a:solidFill>
                <a:latin typeface="Arial"/>
                <a:ea typeface="Arial"/>
              </a:rPr>
              <a:t>   </a:t>
            </a:r>
            <a:r>
              <a:rPr b="0" lang="en-US" sz="1800" spc="-1" strike="noStrike">
                <a:solidFill>
                  <a:schemeClr val="dk2"/>
                </a:solidFill>
                <a:latin typeface="Arial"/>
                <a:ea typeface="Arial"/>
              </a:rPr>
              <a:t>button thread: read driver button (block wait)</a:t>
            </a:r>
            <a:endParaRPr b="0" lang="en-US" sz="1800" spc="-1" strike="noStrike">
              <a:solidFill>
                <a:srgbClr val="000000"/>
              </a:solidFill>
              <a:latin typeface="Arial"/>
            </a:endParaRPr>
          </a:p>
          <a:p>
            <a:pPr>
              <a:lnSpc>
                <a:spcPct val="100000"/>
              </a:lnSpc>
              <a:tabLst>
                <a:tab algn="l" pos="0"/>
              </a:tabLst>
            </a:pPr>
            <a:r>
              <a:rPr b="0" lang="en-US" sz="1800" spc="-1" strike="noStrike">
                <a:solidFill>
                  <a:schemeClr val="dk2"/>
                </a:solidFill>
                <a:latin typeface="Arial"/>
                <a:ea typeface="Arial"/>
              </a:rPr>
              <a:t>   </a:t>
            </a:r>
            <a:r>
              <a:rPr b="0" lang="en-US" sz="1800" spc="-1" strike="noStrike">
                <a:solidFill>
                  <a:schemeClr val="dk2"/>
                </a:solidFill>
                <a:latin typeface="Arial"/>
                <a:ea typeface="Arial"/>
              </a:rPr>
              <a:t>client thread: </a:t>
            </a:r>
            <a:r>
              <a:rPr b="0" lang="zh-TW" sz="1800" spc="-1" strike="noStrike">
                <a:solidFill>
                  <a:schemeClr val="dk2"/>
                </a:solidFill>
                <a:latin typeface="Arial"/>
                <a:ea typeface="Arial"/>
              </a:rPr>
              <a:t>接收 </a:t>
            </a:r>
            <a:r>
              <a:rPr b="0" lang="en-US" sz="1800" spc="-1" strike="noStrike">
                <a:solidFill>
                  <a:schemeClr val="dk2"/>
                </a:solidFill>
                <a:latin typeface="Arial"/>
                <a:ea typeface="Arial"/>
              </a:rPr>
              <a:t>client </a:t>
            </a:r>
            <a:r>
              <a:rPr b="0" lang="zh-TW" sz="1800" spc="-1" strike="noStrike">
                <a:solidFill>
                  <a:schemeClr val="dk2"/>
                </a:solidFill>
                <a:latin typeface="Arial"/>
                <a:ea typeface="Arial"/>
              </a:rPr>
              <a:t>命令 執行 </a:t>
            </a:r>
            <a:r>
              <a:rPr b="0" lang="en-US" sz="1800" spc="-1" strike="noStrike">
                <a:solidFill>
                  <a:schemeClr val="dk2"/>
                </a:solidFill>
                <a:latin typeface="Arial"/>
                <a:ea typeface="Arial"/>
              </a:rPr>
              <a:t>reserve/checkin…   </a:t>
            </a:r>
            <a:endParaRPr b="0" lang="en-US" sz="1800" spc="-1" strike="noStrike">
              <a:solidFill>
                <a:srgbClr val="000000"/>
              </a:solidFill>
              <a:latin typeface="Arial"/>
            </a:endParaRPr>
          </a:p>
          <a:p>
            <a:pPr>
              <a:lnSpc>
                <a:spcPct val="100000"/>
              </a:lnSpc>
              <a:tabLst>
                <a:tab algn="l" pos="0"/>
              </a:tabLst>
            </a:pPr>
            <a:r>
              <a:rPr b="0" lang="en-US" sz="1800" spc="-1" strike="noStrike">
                <a:solidFill>
                  <a:schemeClr val="dk2"/>
                </a:solidFill>
                <a:latin typeface="Arial"/>
                <a:ea typeface="Arial"/>
              </a:rPr>
              <a:t>    </a:t>
            </a:r>
            <a:r>
              <a:rPr b="0" lang="zh-TW" sz="1800" spc="-1" strike="noStrike">
                <a:solidFill>
                  <a:schemeClr val="dk2"/>
                </a:solidFill>
                <a:latin typeface="Arial"/>
                <a:ea typeface="Arial"/>
              </a:rPr>
              <a:t>並 </a:t>
            </a:r>
            <a:r>
              <a:rPr b="0" lang="en-US" sz="1800" spc="-1" strike="noStrike">
                <a:solidFill>
                  <a:schemeClr val="dk2"/>
                </a:solidFill>
                <a:latin typeface="Arial"/>
                <a:ea typeface="Arial"/>
              </a:rPr>
              <a:t>read/write driver </a:t>
            </a:r>
            <a:r>
              <a:rPr b="0" lang="zh-TW" sz="1800" spc="-1" strike="noStrike">
                <a:solidFill>
                  <a:schemeClr val="dk2"/>
                </a:solidFill>
                <a:latin typeface="Arial"/>
                <a:ea typeface="Arial"/>
              </a:rPr>
              <a:t>來更新 </a:t>
            </a:r>
            <a:r>
              <a:rPr b="0" lang="en-US" sz="1800" spc="-1" strike="noStrike">
                <a:solidFill>
                  <a:schemeClr val="dk2"/>
                </a:solidFill>
                <a:latin typeface="Arial"/>
                <a:ea typeface="Arial"/>
              </a:rPr>
              <a:t>led/7seg</a:t>
            </a:r>
            <a:endParaRPr b="0" lang="en-US" sz="1800" spc="-1" strike="noStrike">
              <a:solidFill>
                <a:srgbClr val="000000"/>
              </a:solidFill>
              <a:latin typeface="Arial"/>
            </a:endParaRPr>
          </a:p>
          <a:p>
            <a:pPr>
              <a:lnSpc>
                <a:spcPct val="100000"/>
              </a:lnSpc>
              <a:tabLst>
                <a:tab algn="l" pos="0"/>
              </a:tabLst>
            </a:pPr>
            <a:r>
              <a:rPr b="0" lang="en-US" sz="1800" spc="-1" strike="noStrike">
                <a:solidFill>
                  <a:schemeClr val="dk2"/>
                </a:solidFill>
                <a:latin typeface="Arial"/>
                <a:ea typeface="Arial"/>
              </a:rPr>
              <a:t>Client: </a:t>
            </a:r>
            <a:r>
              <a:rPr b="0" lang="zh-TW" sz="1800" spc="-1" strike="noStrike">
                <a:solidFill>
                  <a:schemeClr val="dk2"/>
                </a:solidFill>
                <a:latin typeface="Arial"/>
                <a:ea typeface="Arial"/>
              </a:rPr>
              <a:t>傳送使用者 </a:t>
            </a:r>
            <a:r>
              <a:rPr b="0" lang="en-US" sz="1800" spc="-1" strike="noStrike">
                <a:solidFill>
                  <a:schemeClr val="dk2"/>
                </a:solidFill>
                <a:latin typeface="Arial"/>
                <a:ea typeface="Arial"/>
              </a:rPr>
              <a:t>command </a:t>
            </a:r>
            <a:r>
              <a:rPr b="0" lang="zh-TW" sz="1800" spc="-1" strike="noStrike">
                <a:solidFill>
                  <a:schemeClr val="dk2"/>
                </a:solidFill>
                <a:latin typeface="Arial"/>
                <a:ea typeface="Arial"/>
              </a:rPr>
              <a:t>給 </a:t>
            </a:r>
            <a:r>
              <a:rPr b="0" lang="en-US" sz="1800" spc="-1" strike="noStrike">
                <a:solidFill>
                  <a:schemeClr val="dk2"/>
                </a:solidFill>
                <a:latin typeface="Arial"/>
                <a:ea typeface="Arial"/>
              </a:rPr>
              <a:t>server</a:t>
            </a:r>
            <a:endParaRPr b="0" lang="en-US" sz="180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9.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71" name="PlaceHolder 1"/>
          <p:cNvSpPr>
            <a:spLocks noGrp="1"/>
          </p:cNvSpPr>
          <p:nvPr>
            <p:ph type="title"/>
          </p:nvPr>
        </p:nvSpPr>
        <p:spPr>
          <a:xfrm>
            <a:off x="224640" y="20880"/>
            <a:ext cx="4674960" cy="572400"/>
          </a:xfrm>
          <a:prstGeom prst="rect">
            <a:avLst/>
          </a:prstGeom>
          <a:noFill/>
          <a:ln w="0">
            <a:noFill/>
          </a:ln>
        </p:spPr>
        <p:txBody>
          <a:bodyPr lIns="91440" rIns="91440" tIns="91440" bIns="91440" anchor="t">
            <a:noAutofit/>
          </a:bodyPr>
          <a:p>
            <a:pPr indent="0">
              <a:lnSpc>
                <a:spcPct val="100000"/>
              </a:lnSpc>
              <a:buNone/>
              <a:tabLst>
                <a:tab algn="l" pos="0"/>
              </a:tabLst>
            </a:pPr>
            <a:r>
              <a:rPr b="0" lang="zh-TW" sz="2800" spc="-1" strike="noStrike">
                <a:solidFill>
                  <a:srgbClr val="002f4a"/>
                </a:solidFill>
                <a:latin typeface="Arial"/>
                <a:ea typeface="Arial"/>
              </a:rPr>
              <a:t>結合上課所學</a:t>
            </a:r>
            <a:endParaRPr b="0" lang="en-US" sz="2800" spc="-1" strike="noStrike">
              <a:solidFill>
                <a:srgbClr val="000000"/>
              </a:solidFill>
              <a:latin typeface="Arial"/>
            </a:endParaRPr>
          </a:p>
          <a:p>
            <a:pPr indent="0">
              <a:lnSpc>
                <a:spcPct val="200000"/>
              </a:lnSpc>
              <a:spcAft>
                <a:spcPts val="1199"/>
              </a:spcAft>
              <a:buNone/>
              <a:tabLst>
                <a:tab algn="l" pos="0"/>
              </a:tabLst>
            </a:pPr>
            <a:endParaRPr b="0" lang="en-US" sz="3000" spc="-1" strike="noStrike">
              <a:solidFill>
                <a:srgbClr val="000000"/>
              </a:solidFill>
              <a:latin typeface="Arial"/>
            </a:endParaRPr>
          </a:p>
        </p:txBody>
      </p:sp>
      <p:sp>
        <p:nvSpPr>
          <p:cNvPr id="72" name="PlaceHolder 2"/>
          <p:cNvSpPr>
            <a:spLocks noGrp="1"/>
          </p:cNvSpPr>
          <p:nvPr>
            <p:ph/>
          </p:nvPr>
        </p:nvSpPr>
        <p:spPr>
          <a:xfrm>
            <a:off x="311760" y="907560"/>
            <a:ext cx="8520120" cy="3975120"/>
          </a:xfrm>
          <a:prstGeom prst="rect">
            <a:avLst/>
          </a:prstGeom>
          <a:noFill/>
          <a:ln w="0">
            <a:noFill/>
          </a:ln>
        </p:spPr>
        <p:txBody>
          <a:bodyPr lIns="91440" rIns="91440" tIns="91440" bIns="91440" anchor="t">
            <a:noAutofit/>
          </a:bodyPr>
          <a:p>
            <a:pPr marL="457200" indent="-317520">
              <a:lnSpc>
                <a:spcPct val="115000"/>
              </a:lnSpc>
              <a:buClr>
                <a:srgbClr val="000000"/>
              </a:buClr>
              <a:buFont typeface="Microsoft JhengHei"/>
              <a:buChar char="●"/>
            </a:pPr>
            <a:r>
              <a:rPr b="0" lang="en-US" sz="1400" spc="-1" strike="noStrike">
                <a:solidFill>
                  <a:schemeClr val="dk1"/>
                </a:solidFill>
                <a:latin typeface="Microsoft JhengHei"/>
                <a:ea typeface="Microsoft JhengHei"/>
              </a:rPr>
              <a:t>Sync</a:t>
            </a:r>
            <a:r>
              <a:rPr b="0" lang="zh-TW" sz="1400" spc="-1" strike="noStrike">
                <a:solidFill>
                  <a:schemeClr val="dk1"/>
                </a:solidFill>
                <a:latin typeface="Microsoft JhengHei"/>
                <a:ea typeface="Microsoft JhengHei"/>
              </a:rPr>
              <a:t>（</a:t>
            </a:r>
            <a:r>
              <a:rPr b="0" lang="en-US" sz="1400" spc="-1" strike="noStrike">
                <a:solidFill>
                  <a:schemeClr val="dk1"/>
                </a:solidFill>
                <a:latin typeface="Microsoft JhengHei"/>
                <a:ea typeface="Microsoft JhengHei"/>
              </a:rPr>
              <a:t>Mutex</a:t>
            </a:r>
            <a:r>
              <a:rPr b="0" lang="zh-TW" sz="1400" spc="-1" strike="noStrike">
                <a:solidFill>
                  <a:schemeClr val="dk1"/>
                </a:solidFill>
                <a:latin typeface="Microsoft JhengHei"/>
                <a:ea typeface="Microsoft JhengHei"/>
              </a:rPr>
              <a:t>／</a:t>
            </a:r>
            <a:r>
              <a:rPr b="0" lang="en-US" sz="1400" spc="-1" strike="noStrike">
                <a:solidFill>
                  <a:schemeClr val="dk1"/>
                </a:solidFill>
                <a:latin typeface="Microsoft JhengHei"/>
                <a:ea typeface="Microsoft JhengHei"/>
              </a:rPr>
              <a:t>Semaphore</a:t>
            </a:r>
            <a:r>
              <a:rPr b="0" lang="zh-TW" sz="1400" spc="-1" strike="noStrike">
                <a:solidFill>
                  <a:schemeClr val="dk1"/>
                </a:solidFill>
                <a:latin typeface="Microsoft JhengHei"/>
                <a:ea typeface="Microsoft JhengHei"/>
              </a:rPr>
              <a:t>／</a:t>
            </a:r>
            <a:r>
              <a:rPr b="0" lang="en-US" sz="1400" spc="-1" strike="noStrike">
                <a:solidFill>
                  <a:schemeClr val="dk1"/>
                </a:solidFill>
                <a:latin typeface="Microsoft JhengHei"/>
                <a:ea typeface="Microsoft JhengHei"/>
              </a:rPr>
              <a:t>Spinlock</a:t>
            </a:r>
            <a:r>
              <a:rPr b="0" lang="zh-TW" sz="1400" spc="-1" strike="noStrike">
                <a:solidFill>
                  <a:schemeClr val="dk1"/>
                </a:solidFill>
                <a:latin typeface="Microsoft JhengHei"/>
                <a:ea typeface="Microsoft JhengHei"/>
              </a:rPr>
              <a:t>／</a:t>
            </a:r>
            <a:r>
              <a:rPr b="0" lang="en-US" sz="1400" spc="-1" strike="noStrike">
                <a:solidFill>
                  <a:schemeClr val="dk1"/>
                </a:solidFill>
                <a:latin typeface="Microsoft JhengHei"/>
                <a:ea typeface="Microsoft JhengHei"/>
              </a:rPr>
              <a:t>Cond.</a:t>
            </a:r>
            <a:r>
              <a:rPr b="0" lang="zh-TW" sz="1400" spc="-1" strike="noStrike">
                <a:solidFill>
                  <a:schemeClr val="dk1"/>
                </a:solidFill>
                <a:latin typeface="Microsoft JhengHei"/>
                <a:ea typeface="Microsoft JhengHei"/>
              </a:rPr>
              <a:t>）</a:t>
            </a:r>
            <a:endParaRPr b="0" lang="en-US" sz="1400" spc="-1" strike="noStrike">
              <a:solidFill>
                <a:srgbClr val="000000"/>
              </a:solidFill>
              <a:latin typeface="Arial"/>
            </a:endParaRPr>
          </a:p>
          <a:p>
            <a:pPr lvl="1" marL="914400" indent="-317520">
              <a:lnSpc>
                <a:spcPct val="115000"/>
              </a:lnSpc>
              <a:buClr>
                <a:srgbClr val="000000"/>
              </a:buClr>
              <a:buFont typeface="Microsoft JhengHei"/>
              <a:buChar char="○"/>
            </a:pPr>
            <a:r>
              <a:rPr b="0" lang="zh-TW" sz="1400" spc="-1" strike="noStrike">
                <a:solidFill>
                  <a:schemeClr val="dk1"/>
                </a:solidFill>
                <a:latin typeface="Microsoft JhengHei"/>
                <a:ea typeface="Microsoft JhengHei"/>
              </a:rPr>
              <a:t>以 </a:t>
            </a:r>
            <a:r>
              <a:rPr b="0" lang="en-US" sz="1400" spc="-1" strike="noStrike">
                <a:solidFill>
                  <a:schemeClr val="dk1"/>
                </a:solidFill>
                <a:latin typeface="Microsoft JhengHei"/>
                <a:ea typeface="Microsoft JhengHei"/>
              </a:rPr>
              <a:t>mutex </a:t>
            </a:r>
            <a:r>
              <a:rPr b="0" lang="zh-TW" sz="1400" spc="-1" strike="noStrike">
                <a:solidFill>
                  <a:schemeClr val="dk1"/>
                </a:solidFill>
                <a:latin typeface="Microsoft JhengHei"/>
                <a:ea typeface="Microsoft JhengHei"/>
              </a:rPr>
              <a:t>保護「讀書室狀態表與使用次數計數」。</a:t>
            </a:r>
            <a:endParaRPr b="0" lang="en-US" sz="1400" spc="-1" strike="noStrike">
              <a:solidFill>
                <a:srgbClr val="000000"/>
              </a:solidFill>
              <a:latin typeface="Arial"/>
            </a:endParaRPr>
          </a:p>
          <a:p>
            <a:pPr lvl="1" marL="914400" indent="-317520">
              <a:lnSpc>
                <a:spcPct val="115000"/>
              </a:lnSpc>
              <a:buClr>
                <a:srgbClr val="000000"/>
              </a:buClr>
              <a:buFont typeface="Microsoft JhengHei"/>
              <a:buChar char="○"/>
            </a:pPr>
            <a:r>
              <a:rPr b="0" lang="zh-TW" sz="1400" spc="-1" strike="noStrike">
                <a:solidFill>
                  <a:schemeClr val="dk1"/>
                </a:solidFill>
                <a:latin typeface="Microsoft JhengHei"/>
                <a:ea typeface="Microsoft JhengHei"/>
              </a:rPr>
              <a:t>報到與延長採原子檢查後更新（</a:t>
            </a:r>
            <a:r>
              <a:rPr b="0" lang="en-US" sz="1400" spc="-1" strike="noStrike">
                <a:solidFill>
                  <a:schemeClr val="dk1"/>
                </a:solidFill>
                <a:latin typeface="Microsoft JhengHei"/>
                <a:ea typeface="Microsoft JhengHei"/>
              </a:rPr>
              <a:t>check-then-act </a:t>
            </a:r>
            <a:r>
              <a:rPr b="0" lang="zh-TW" sz="1400" spc="-1" strike="noStrike">
                <a:solidFill>
                  <a:schemeClr val="dk1"/>
                </a:solidFill>
                <a:latin typeface="Microsoft JhengHei"/>
                <a:ea typeface="Microsoft JhengHei"/>
              </a:rPr>
              <a:t>在同一鎖內）。</a:t>
            </a:r>
            <a:endParaRPr b="0" lang="en-US" sz="1400" spc="-1" strike="noStrike">
              <a:solidFill>
                <a:srgbClr val="000000"/>
              </a:solidFill>
              <a:latin typeface="Arial"/>
            </a:endParaRPr>
          </a:p>
          <a:p>
            <a:pPr lvl="1" marL="914400" indent="-317520">
              <a:lnSpc>
                <a:spcPct val="115000"/>
              </a:lnSpc>
              <a:buClr>
                <a:srgbClr val="000000"/>
              </a:buClr>
              <a:buFont typeface="Microsoft JhengHei"/>
              <a:buChar char="○"/>
            </a:pPr>
            <a:r>
              <a:rPr b="0" lang="zh-TW" sz="1400" spc="-1" strike="noStrike">
                <a:solidFill>
                  <a:schemeClr val="dk1"/>
                </a:solidFill>
                <a:latin typeface="Microsoft JhengHei"/>
                <a:ea typeface="Microsoft JhengHei"/>
              </a:rPr>
              <a:t>以條件變數或 </a:t>
            </a:r>
            <a:r>
              <a:rPr b="0" lang="en-US" sz="1400" spc="-1" strike="noStrike">
                <a:solidFill>
                  <a:schemeClr val="dk1"/>
                </a:solidFill>
                <a:latin typeface="Microsoft JhengHei"/>
                <a:ea typeface="Microsoft JhengHei"/>
              </a:rPr>
              <a:t>wait-queue </a:t>
            </a:r>
            <a:r>
              <a:rPr b="0" lang="zh-TW" sz="1400" spc="-1" strike="noStrike">
                <a:solidFill>
                  <a:schemeClr val="dk1"/>
                </a:solidFill>
                <a:latin typeface="Microsoft JhengHei"/>
                <a:ea typeface="Microsoft JhengHei"/>
              </a:rPr>
              <a:t>喚醒等待端（例如候補清單）。</a:t>
            </a:r>
            <a:endParaRPr b="0" lang="en-US" sz="1400" spc="-1" strike="noStrike">
              <a:solidFill>
                <a:srgbClr val="000000"/>
              </a:solidFill>
              <a:latin typeface="Arial"/>
            </a:endParaRPr>
          </a:p>
          <a:p>
            <a:pPr marL="457200" indent="-317520">
              <a:lnSpc>
                <a:spcPct val="115000"/>
              </a:lnSpc>
              <a:buClr>
                <a:srgbClr val="000000"/>
              </a:buClr>
              <a:buFont typeface="Microsoft JhengHei"/>
              <a:buChar char="●"/>
            </a:pPr>
            <a:r>
              <a:rPr b="0" lang="en-US" sz="1400" spc="-1" strike="noStrike">
                <a:solidFill>
                  <a:schemeClr val="dk1"/>
                </a:solidFill>
                <a:latin typeface="Microsoft JhengHei"/>
                <a:ea typeface="Microsoft JhengHei"/>
              </a:rPr>
              <a:t>Comm</a:t>
            </a:r>
            <a:endParaRPr b="0" lang="en-US" sz="1400" spc="-1" strike="noStrike">
              <a:solidFill>
                <a:srgbClr val="000000"/>
              </a:solidFill>
              <a:latin typeface="Arial"/>
            </a:endParaRPr>
          </a:p>
          <a:p>
            <a:pPr lvl="1" marL="914400" indent="-317520">
              <a:lnSpc>
                <a:spcPct val="115000"/>
              </a:lnSpc>
              <a:buClr>
                <a:srgbClr val="000000"/>
              </a:buClr>
              <a:buFont typeface="Microsoft JhengHei"/>
              <a:buChar char="○"/>
            </a:pPr>
            <a:r>
              <a:rPr b="0" lang="zh-TW" sz="1400" spc="-1" strike="noStrike">
                <a:solidFill>
                  <a:schemeClr val="dk1"/>
                </a:solidFill>
                <a:latin typeface="Microsoft JhengHei"/>
                <a:ea typeface="Microsoft JhengHei"/>
              </a:rPr>
              <a:t>狀態讀取 </a:t>
            </a:r>
            <a:r>
              <a:rPr b="0" lang="en-US" sz="1400" spc="-1" strike="noStrike">
                <a:solidFill>
                  <a:schemeClr val="dk1"/>
                </a:solidFill>
                <a:latin typeface="Microsoft JhengHei"/>
                <a:ea typeface="Microsoft JhengHei"/>
              </a:rPr>
              <a:t>: </a:t>
            </a:r>
            <a:r>
              <a:rPr b="0" lang="zh-TW" sz="1400" spc="-1" strike="noStrike">
                <a:solidFill>
                  <a:schemeClr val="dk1"/>
                </a:solidFill>
                <a:latin typeface="Microsoft JhengHei"/>
                <a:ea typeface="Microsoft JhengHei"/>
              </a:rPr>
              <a:t>透過 </a:t>
            </a:r>
            <a:r>
              <a:rPr b="0" lang="en-US" sz="1400" spc="-1" strike="noStrike">
                <a:solidFill>
                  <a:schemeClr val="dk1"/>
                </a:solidFill>
                <a:latin typeface="Microsoft JhengHei"/>
                <a:ea typeface="Microsoft JhengHei"/>
              </a:rPr>
              <a:t>cat </a:t>
            </a:r>
            <a:r>
              <a:rPr b="0" lang="zh-TW" sz="1400" spc="-1" strike="noStrike">
                <a:solidFill>
                  <a:schemeClr val="dk1"/>
                </a:solidFill>
                <a:latin typeface="Microsoft JhengHei"/>
                <a:ea typeface="Microsoft JhengHei"/>
              </a:rPr>
              <a:t>或 </a:t>
            </a:r>
            <a:r>
              <a:rPr b="0" lang="en-US" sz="1400" spc="-1" strike="noStrike">
                <a:solidFill>
                  <a:schemeClr val="dk1"/>
                </a:solidFill>
                <a:latin typeface="Microsoft JhengHei"/>
                <a:ea typeface="Microsoft JhengHei"/>
              </a:rPr>
              <a:t>read() </a:t>
            </a:r>
            <a:r>
              <a:rPr b="0" lang="zh-TW" sz="1400" spc="-1" strike="noStrike">
                <a:solidFill>
                  <a:schemeClr val="dk1"/>
                </a:solidFill>
                <a:latin typeface="Microsoft JhengHei"/>
                <a:ea typeface="Microsoft JhengHei"/>
              </a:rPr>
              <a:t>讀取狀態。</a:t>
            </a:r>
            <a:endParaRPr b="0" lang="en-US" sz="1400" spc="-1" strike="noStrike">
              <a:solidFill>
                <a:srgbClr val="000000"/>
              </a:solidFill>
              <a:latin typeface="Arial"/>
            </a:endParaRPr>
          </a:p>
          <a:p>
            <a:pPr lvl="1" marL="914400" indent="-330120">
              <a:lnSpc>
                <a:spcPct val="115000"/>
              </a:lnSpc>
              <a:buClr>
                <a:srgbClr val="000000"/>
              </a:buClr>
              <a:buFont typeface="Microsoft JhengHei"/>
              <a:buChar char="○"/>
            </a:pPr>
            <a:r>
              <a:rPr b="0" lang="zh-TW" sz="1400" spc="-1" strike="noStrike">
                <a:solidFill>
                  <a:schemeClr val="dk1"/>
                </a:solidFill>
                <a:latin typeface="Microsoft JhengHei"/>
                <a:ea typeface="Microsoft JhengHei"/>
              </a:rPr>
              <a:t>指令通道：使用 </a:t>
            </a:r>
            <a:r>
              <a:rPr b="0" lang="en-US" sz="1400" spc="-1" strike="noStrike">
                <a:solidFill>
                  <a:schemeClr val="dk1"/>
                </a:solidFill>
                <a:latin typeface="Microsoft JhengHei"/>
                <a:ea typeface="Microsoft JhengHei"/>
              </a:rPr>
              <a:t>ioctl() </a:t>
            </a:r>
            <a:r>
              <a:rPr b="0" lang="zh-TW" sz="1400" spc="-1" strike="noStrike">
                <a:solidFill>
                  <a:schemeClr val="dk1"/>
                </a:solidFill>
                <a:latin typeface="Microsoft JhengHei"/>
                <a:ea typeface="Microsoft JhengHei"/>
              </a:rPr>
              <a:t>或 </a:t>
            </a:r>
            <a:r>
              <a:rPr b="0" lang="en-US" sz="1400" spc="-1" strike="noStrike">
                <a:solidFill>
                  <a:schemeClr val="dk1"/>
                </a:solidFill>
                <a:latin typeface="Microsoft JhengHei"/>
                <a:ea typeface="Microsoft JhengHei"/>
              </a:rPr>
              <a:t>write() </a:t>
            </a:r>
            <a:r>
              <a:rPr b="0" lang="zh-TW" sz="1400" spc="-1" strike="noStrike">
                <a:solidFill>
                  <a:schemeClr val="dk1"/>
                </a:solidFill>
                <a:latin typeface="Microsoft JhengHei"/>
                <a:ea typeface="Microsoft JhengHei"/>
              </a:rPr>
              <a:t>傳送指令 </a:t>
            </a:r>
            <a:r>
              <a:rPr b="0" lang="en-US" sz="1400" spc="-1" strike="noStrike">
                <a:solidFill>
                  <a:schemeClr val="dk1"/>
                </a:solidFill>
                <a:latin typeface="Microsoft JhengHei"/>
                <a:ea typeface="Microsoft JhengHei"/>
              </a:rPr>
              <a:t>{reserve, checkin, release, extend}</a:t>
            </a:r>
            <a:r>
              <a:rPr b="0" lang="zh-TW" sz="1600" spc="-1" strike="noStrike">
                <a:solidFill>
                  <a:schemeClr val="dk1"/>
                </a:solidFill>
                <a:latin typeface="Microsoft JhengHei"/>
                <a:ea typeface="Microsoft JhengHei"/>
              </a:rPr>
              <a:t>。</a:t>
            </a:r>
            <a:endParaRPr b="0" lang="en-US" sz="1600" spc="-1" strike="noStrike">
              <a:solidFill>
                <a:srgbClr val="000000"/>
              </a:solidFill>
              <a:latin typeface="Arial"/>
            </a:endParaRPr>
          </a:p>
          <a:p>
            <a:pPr indent="0">
              <a:lnSpc>
                <a:spcPct val="95000"/>
              </a:lnSpc>
              <a:spcAft>
                <a:spcPts val="1199"/>
              </a:spcAft>
              <a:buNone/>
              <a:tabLst>
                <a:tab algn="l" pos="0"/>
              </a:tabLst>
            </a:pPr>
            <a:endParaRPr b="0" lang="en-US" sz="45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10.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73" name="PlaceHolder 1"/>
          <p:cNvSpPr>
            <a:spLocks noGrp="1"/>
          </p:cNvSpPr>
          <p:nvPr>
            <p:ph type="title"/>
          </p:nvPr>
        </p:nvSpPr>
        <p:spPr>
          <a:xfrm>
            <a:off x="224640" y="20880"/>
            <a:ext cx="4674960" cy="572400"/>
          </a:xfrm>
          <a:prstGeom prst="rect">
            <a:avLst/>
          </a:prstGeom>
          <a:noFill/>
          <a:ln w="0">
            <a:noFill/>
          </a:ln>
        </p:spPr>
        <p:txBody>
          <a:bodyPr lIns="91440" rIns="91440" tIns="91440" bIns="91440" anchor="t">
            <a:noAutofit/>
          </a:bodyPr>
          <a:p>
            <a:pPr indent="0">
              <a:lnSpc>
                <a:spcPct val="100000"/>
              </a:lnSpc>
              <a:buNone/>
              <a:tabLst>
                <a:tab algn="l" pos="0"/>
              </a:tabLst>
            </a:pPr>
            <a:r>
              <a:rPr b="0" lang="zh-TW" sz="2800" spc="-1" strike="noStrike">
                <a:solidFill>
                  <a:srgbClr val="002f4a"/>
                </a:solidFill>
                <a:latin typeface="Arial"/>
                <a:ea typeface="Arial"/>
              </a:rPr>
              <a:t>結合上課所學</a:t>
            </a:r>
            <a:endParaRPr b="0" lang="en-US" sz="2800" spc="-1" strike="noStrike">
              <a:solidFill>
                <a:srgbClr val="000000"/>
              </a:solidFill>
              <a:latin typeface="Arial"/>
            </a:endParaRPr>
          </a:p>
          <a:p>
            <a:pPr indent="0">
              <a:lnSpc>
                <a:spcPct val="200000"/>
              </a:lnSpc>
              <a:spcAft>
                <a:spcPts val="1199"/>
              </a:spcAft>
              <a:buNone/>
              <a:tabLst>
                <a:tab algn="l" pos="0"/>
              </a:tabLst>
            </a:pPr>
            <a:endParaRPr b="0" lang="en-US" sz="3000" spc="-1" strike="noStrike">
              <a:solidFill>
                <a:srgbClr val="000000"/>
              </a:solidFill>
              <a:latin typeface="Arial"/>
            </a:endParaRPr>
          </a:p>
        </p:txBody>
      </p:sp>
      <p:sp>
        <p:nvSpPr>
          <p:cNvPr id="74" name="PlaceHolder 2"/>
          <p:cNvSpPr>
            <a:spLocks noGrp="1"/>
          </p:cNvSpPr>
          <p:nvPr>
            <p:ph/>
          </p:nvPr>
        </p:nvSpPr>
        <p:spPr>
          <a:xfrm>
            <a:off x="311760" y="877680"/>
            <a:ext cx="8520120" cy="3353400"/>
          </a:xfrm>
          <a:prstGeom prst="rect">
            <a:avLst/>
          </a:prstGeom>
          <a:noFill/>
          <a:ln w="0">
            <a:noFill/>
          </a:ln>
        </p:spPr>
        <p:txBody>
          <a:bodyPr lIns="91440" rIns="91440" tIns="91440" bIns="91440" anchor="t">
            <a:noAutofit/>
          </a:bodyPr>
          <a:p>
            <a:pPr marL="457200" indent="-317520">
              <a:lnSpc>
                <a:spcPct val="115000"/>
              </a:lnSpc>
              <a:buClr>
                <a:srgbClr val="000000"/>
              </a:buClr>
              <a:buFont typeface="Arial"/>
              <a:buChar char="●"/>
            </a:pPr>
            <a:r>
              <a:rPr b="0" lang="en-US" sz="1400" spc="-1" strike="noStrike">
                <a:solidFill>
                  <a:schemeClr val="dk1"/>
                </a:solidFill>
                <a:latin typeface="Arial"/>
                <a:ea typeface="Arial"/>
              </a:rPr>
              <a:t>I/O</a:t>
            </a:r>
            <a:r>
              <a:rPr b="0" lang="zh-TW" sz="1400" spc="-1" strike="noStrike">
                <a:solidFill>
                  <a:schemeClr val="dk1"/>
                </a:solidFill>
                <a:latin typeface="Arial"/>
                <a:ea typeface="Arial"/>
              </a:rPr>
              <a:t>（</a:t>
            </a:r>
            <a:r>
              <a:rPr b="0" lang="en-US" sz="1400" spc="-1" strike="noStrike">
                <a:solidFill>
                  <a:schemeClr val="dk1"/>
                </a:solidFill>
                <a:latin typeface="Arial"/>
                <a:ea typeface="Arial"/>
              </a:rPr>
              <a:t>Device driver</a:t>
            </a:r>
            <a:r>
              <a:rPr b="0" lang="zh-TW" sz="1400" spc="-1" strike="noStrike">
                <a:solidFill>
                  <a:schemeClr val="dk1"/>
                </a:solidFill>
                <a:latin typeface="Arial"/>
                <a:ea typeface="Arial"/>
              </a:rPr>
              <a:t>／</a:t>
            </a:r>
            <a:r>
              <a:rPr b="0" lang="en-US" sz="1400" spc="-1" strike="noStrike">
                <a:solidFill>
                  <a:schemeClr val="dk1"/>
                </a:solidFill>
                <a:latin typeface="Arial"/>
                <a:ea typeface="Arial"/>
              </a:rPr>
              <a:t>Device table</a:t>
            </a:r>
            <a:r>
              <a:rPr b="0" lang="zh-TW" sz="1400" spc="-1" strike="noStrike">
                <a:solidFill>
                  <a:schemeClr val="dk1"/>
                </a:solidFill>
                <a:latin typeface="Arial"/>
                <a:ea typeface="Arial"/>
              </a:rPr>
              <a:t>）</a:t>
            </a:r>
            <a:endParaRPr b="0" lang="en-US" sz="1400" spc="-1" strike="noStrike">
              <a:solidFill>
                <a:srgbClr val="000000"/>
              </a:solidFill>
              <a:latin typeface="Arial"/>
            </a:endParaRPr>
          </a:p>
          <a:p>
            <a:pPr lvl="1" marL="914400" indent="-317520">
              <a:lnSpc>
                <a:spcPct val="115000"/>
              </a:lnSpc>
              <a:buClr>
                <a:srgbClr val="000000"/>
              </a:buClr>
              <a:buFont typeface="Arial"/>
              <a:buChar char="○"/>
            </a:pPr>
            <a:r>
              <a:rPr b="0" lang="en-US" sz="1400" spc="-1" strike="noStrike">
                <a:solidFill>
                  <a:schemeClr val="dk1"/>
                </a:solidFill>
                <a:latin typeface="Arial"/>
                <a:ea typeface="Arial"/>
              </a:rPr>
              <a:t>GPIO </a:t>
            </a:r>
            <a:r>
              <a:rPr b="0" lang="zh-TW" sz="1400" spc="-1" strike="noStrike">
                <a:solidFill>
                  <a:schemeClr val="dk1"/>
                </a:solidFill>
                <a:latin typeface="Arial"/>
                <a:ea typeface="Arial"/>
              </a:rPr>
              <a:t>驅動控制三色 </a:t>
            </a:r>
            <a:r>
              <a:rPr b="0" lang="en-US" sz="1400" spc="-1" strike="noStrike">
                <a:solidFill>
                  <a:schemeClr val="dk1"/>
                </a:solidFill>
                <a:latin typeface="Arial"/>
                <a:ea typeface="Arial"/>
              </a:rPr>
              <a:t>LED</a:t>
            </a:r>
            <a:r>
              <a:rPr b="0" lang="zh-TW" sz="1400" spc="-1" strike="noStrike">
                <a:solidFill>
                  <a:schemeClr val="dk1"/>
                </a:solidFill>
                <a:latin typeface="Arial"/>
                <a:ea typeface="Arial"/>
              </a:rPr>
              <a:t>；建立 </a:t>
            </a:r>
            <a:r>
              <a:rPr b="0" lang="en-US" sz="1400" spc="-1" strike="noStrike">
                <a:solidFill>
                  <a:srgbClr val="188038"/>
                </a:solidFill>
                <a:latin typeface="Roboto Mono"/>
                <a:ea typeface="Roboto Mono"/>
              </a:rPr>
              <a:t>/dev/room</a:t>
            </a:r>
            <a:r>
              <a:rPr b="0" lang="en-US" sz="1400" spc="-1" strike="noStrike">
                <a:solidFill>
                  <a:schemeClr val="dk1"/>
                </a:solidFill>
                <a:latin typeface="Arial"/>
                <a:ea typeface="Arial"/>
              </a:rPr>
              <a:t> </a:t>
            </a:r>
            <a:r>
              <a:rPr b="0" lang="zh-TW" sz="1400" spc="-1" strike="noStrike">
                <a:solidFill>
                  <a:schemeClr val="dk1"/>
                </a:solidFill>
                <a:latin typeface="Arial"/>
                <a:ea typeface="Arial"/>
              </a:rPr>
              <a:t>介面。</a:t>
            </a:r>
            <a:endParaRPr b="0" lang="en-US" sz="1400" spc="-1" strike="noStrike">
              <a:solidFill>
                <a:srgbClr val="000000"/>
              </a:solidFill>
              <a:latin typeface="Arial"/>
            </a:endParaRPr>
          </a:p>
          <a:p>
            <a:pPr lvl="1" marL="914400" indent="-317520">
              <a:lnSpc>
                <a:spcPct val="115000"/>
              </a:lnSpc>
              <a:buClr>
                <a:srgbClr val="000000"/>
              </a:buClr>
              <a:buFont typeface="Arial"/>
              <a:buChar char="○"/>
            </a:pPr>
            <a:r>
              <a:rPr b="0" lang="zh-TW" sz="1400" spc="-1" strike="noStrike">
                <a:solidFill>
                  <a:schemeClr val="dk1"/>
                </a:solidFill>
                <a:latin typeface="Arial"/>
                <a:ea typeface="Arial"/>
              </a:rPr>
              <a:t>去抖按鍵更新當前讀書室號碼</a:t>
            </a:r>
            <a:r>
              <a:rPr b="0" lang="en-US" sz="1400" spc="-1" strike="noStrike">
                <a:solidFill>
                  <a:schemeClr val="dk1"/>
                </a:solidFill>
                <a:latin typeface="Arial"/>
                <a:ea typeface="Arial"/>
              </a:rPr>
              <a:t>(</a:t>
            </a:r>
            <a:r>
              <a:rPr b="0" lang="zh-TW" sz="1400" spc="-1" strike="noStrike">
                <a:solidFill>
                  <a:schemeClr val="dk1"/>
                </a:solidFill>
                <a:latin typeface="Arial"/>
                <a:ea typeface="Arial"/>
              </a:rPr>
              <a:t>讓</a:t>
            </a:r>
            <a:r>
              <a:rPr b="0" lang="en-US" sz="1400" spc="-1" strike="noStrike">
                <a:solidFill>
                  <a:schemeClr val="dk1"/>
                </a:solidFill>
                <a:latin typeface="Arial"/>
                <a:ea typeface="Arial"/>
              </a:rPr>
              <a:t>7seg </a:t>
            </a:r>
            <a:r>
              <a:rPr b="0" lang="zh-TW" sz="1400" spc="-1" strike="noStrike">
                <a:solidFill>
                  <a:schemeClr val="dk1"/>
                </a:solidFill>
                <a:latin typeface="Arial"/>
                <a:ea typeface="Arial"/>
              </a:rPr>
              <a:t>顯示下一個</a:t>
            </a:r>
            <a:r>
              <a:rPr b="0" lang="en-US" sz="1400" spc="-1" strike="noStrike">
                <a:solidFill>
                  <a:schemeClr val="dk1"/>
                </a:solidFill>
                <a:latin typeface="Arial"/>
                <a:ea typeface="Arial"/>
              </a:rPr>
              <a:t>)</a:t>
            </a:r>
            <a:r>
              <a:rPr b="0" lang="zh-TW" sz="1400" spc="-1" strike="noStrike">
                <a:solidFill>
                  <a:schemeClr val="dk1"/>
                </a:solidFill>
                <a:latin typeface="Arial"/>
                <a:ea typeface="Arial"/>
              </a:rPr>
              <a:t>。</a:t>
            </a:r>
            <a:endParaRPr b="0" lang="en-US" sz="1400" spc="-1" strike="noStrike">
              <a:solidFill>
                <a:srgbClr val="000000"/>
              </a:solidFill>
              <a:latin typeface="Arial"/>
            </a:endParaRPr>
          </a:p>
          <a:p>
            <a:pPr lvl="1" marL="914400" indent="-317520">
              <a:lnSpc>
                <a:spcPct val="115000"/>
              </a:lnSpc>
              <a:buClr>
                <a:srgbClr val="000000"/>
              </a:buClr>
              <a:buFont typeface="Arial"/>
              <a:buChar char="○"/>
            </a:pPr>
            <a:r>
              <a:rPr b="0" lang="en-US" sz="1400" spc="-1" strike="noStrike">
                <a:solidFill>
                  <a:schemeClr val="dk1"/>
                </a:solidFill>
                <a:latin typeface="Arial"/>
                <a:ea typeface="Arial"/>
              </a:rPr>
              <a:t>GPIO </a:t>
            </a:r>
            <a:r>
              <a:rPr b="0" lang="zh-TW" sz="1400" spc="-1" strike="noStrike">
                <a:solidFill>
                  <a:schemeClr val="dk1"/>
                </a:solidFill>
                <a:latin typeface="Arial"/>
                <a:ea typeface="Arial"/>
              </a:rPr>
              <a:t>驅動控制七段顯示器顯示當前讀書室號碼</a:t>
            </a:r>
            <a:endParaRPr b="0" lang="en-US" sz="1400" spc="-1" strike="noStrike">
              <a:solidFill>
                <a:srgbClr val="000000"/>
              </a:solidFill>
              <a:latin typeface="Arial"/>
            </a:endParaRPr>
          </a:p>
          <a:p>
            <a:pPr marL="457200" indent="-317520">
              <a:lnSpc>
                <a:spcPct val="115000"/>
              </a:lnSpc>
              <a:buClr>
                <a:srgbClr val="000000"/>
              </a:buClr>
              <a:buFont typeface="Arial"/>
              <a:buChar char="●"/>
            </a:pPr>
            <a:r>
              <a:rPr b="0" lang="en-US" sz="1400" spc="-1" strike="noStrike">
                <a:solidFill>
                  <a:schemeClr val="dk1"/>
                </a:solidFill>
                <a:latin typeface="Arial"/>
                <a:ea typeface="Arial"/>
              </a:rPr>
              <a:t>INT</a:t>
            </a:r>
            <a:r>
              <a:rPr b="0" lang="zh-TW" sz="1400" spc="-1" strike="noStrike">
                <a:solidFill>
                  <a:schemeClr val="dk1"/>
                </a:solidFill>
                <a:latin typeface="Arial"/>
                <a:ea typeface="Arial"/>
              </a:rPr>
              <a:t>（</a:t>
            </a:r>
            <a:r>
              <a:rPr b="0" lang="en-US" sz="1400" spc="-1" strike="noStrike">
                <a:solidFill>
                  <a:schemeClr val="dk1"/>
                </a:solidFill>
                <a:latin typeface="Arial"/>
                <a:ea typeface="Arial"/>
              </a:rPr>
              <a:t>Exception</a:t>
            </a:r>
            <a:r>
              <a:rPr b="0" lang="zh-TW" sz="1400" spc="-1" strike="noStrike">
                <a:solidFill>
                  <a:schemeClr val="dk1"/>
                </a:solidFill>
                <a:latin typeface="Arial"/>
                <a:ea typeface="Arial"/>
              </a:rPr>
              <a:t>／</a:t>
            </a:r>
            <a:r>
              <a:rPr b="0" lang="en-US" sz="1400" spc="-1" strike="noStrike">
                <a:solidFill>
                  <a:schemeClr val="dk1"/>
                </a:solidFill>
                <a:latin typeface="Arial"/>
                <a:ea typeface="Arial"/>
              </a:rPr>
              <a:t>Priority</a:t>
            </a:r>
            <a:r>
              <a:rPr b="0" lang="zh-TW" sz="1400" spc="-1" strike="noStrike">
                <a:solidFill>
                  <a:schemeClr val="dk1"/>
                </a:solidFill>
                <a:latin typeface="Arial"/>
                <a:ea typeface="Arial"/>
              </a:rPr>
              <a:t>／</a:t>
            </a:r>
            <a:r>
              <a:rPr b="0" lang="en-US" sz="1400" spc="-1" strike="noStrike">
                <a:solidFill>
                  <a:schemeClr val="dk1"/>
                </a:solidFill>
                <a:latin typeface="Arial"/>
                <a:ea typeface="Arial"/>
              </a:rPr>
              <a:t>Context</a:t>
            </a:r>
            <a:r>
              <a:rPr b="0" lang="zh-TW" sz="1400" spc="-1" strike="noStrike">
                <a:solidFill>
                  <a:schemeClr val="dk1"/>
                </a:solidFill>
                <a:latin typeface="Arial"/>
                <a:ea typeface="Arial"/>
              </a:rPr>
              <a:t>）</a:t>
            </a:r>
            <a:endParaRPr b="0" lang="en-US" sz="1400" spc="-1" strike="noStrike">
              <a:solidFill>
                <a:srgbClr val="000000"/>
              </a:solidFill>
              <a:latin typeface="Arial"/>
            </a:endParaRPr>
          </a:p>
          <a:p>
            <a:pPr lvl="1" marL="914400" indent="-317520">
              <a:lnSpc>
                <a:spcPct val="115000"/>
              </a:lnSpc>
              <a:buClr>
                <a:srgbClr val="000000"/>
              </a:buClr>
              <a:buFont typeface="Arial"/>
              <a:buChar char="○"/>
            </a:pPr>
            <a:r>
              <a:rPr b="0" lang="en-US" sz="1400" spc="-1" strike="noStrike">
                <a:solidFill>
                  <a:schemeClr val="dk1"/>
                </a:solidFill>
                <a:latin typeface="Arial"/>
                <a:ea typeface="Arial"/>
              </a:rPr>
              <a:t>Timer </a:t>
            </a:r>
            <a:r>
              <a:rPr b="0" lang="zh-TW" sz="1400" spc="-1" strike="noStrike">
                <a:solidFill>
                  <a:schemeClr val="dk1"/>
                </a:solidFill>
                <a:latin typeface="Arial"/>
                <a:ea typeface="Arial"/>
              </a:rPr>
              <a:t>中斷為 </a:t>
            </a:r>
            <a:r>
              <a:rPr b="0" lang="en-US" sz="1400" spc="-1" strike="noStrike">
                <a:solidFill>
                  <a:schemeClr val="dk1"/>
                </a:solidFill>
                <a:latin typeface="Arial"/>
                <a:ea typeface="Arial"/>
              </a:rPr>
              <a:t>top-half </a:t>
            </a:r>
            <a:r>
              <a:rPr b="0" lang="zh-TW" sz="1400" spc="-1" strike="noStrike">
                <a:solidFill>
                  <a:schemeClr val="dk1"/>
                </a:solidFill>
                <a:latin typeface="Arial"/>
                <a:ea typeface="Arial"/>
              </a:rPr>
              <a:t>設定 </a:t>
            </a:r>
            <a:r>
              <a:rPr b="0" lang="en-US" sz="1400" spc="-1" strike="noStrike">
                <a:solidFill>
                  <a:schemeClr val="dk1"/>
                </a:solidFill>
                <a:latin typeface="Arial"/>
                <a:ea typeface="Arial"/>
              </a:rPr>
              <a:t>flag </a:t>
            </a:r>
            <a:r>
              <a:rPr b="0" lang="zh-TW" sz="1400" spc="-1" strike="noStrike">
                <a:solidFill>
                  <a:schemeClr val="dk1"/>
                </a:solidFill>
                <a:latin typeface="Arial"/>
                <a:ea typeface="Arial"/>
              </a:rPr>
              <a:t>，底半部</a:t>
            </a:r>
            <a:r>
              <a:rPr b="0" lang="en-US" sz="1400" spc="-1" strike="noStrike">
                <a:solidFill>
                  <a:schemeClr val="dk1"/>
                </a:solidFill>
                <a:latin typeface="Arial"/>
                <a:ea typeface="Arial"/>
              </a:rPr>
              <a:t>(workqueue)</a:t>
            </a:r>
            <a:r>
              <a:rPr b="0" lang="zh-TW" sz="1400" spc="-1" strike="noStrike">
                <a:solidFill>
                  <a:schemeClr val="dk1"/>
                </a:solidFill>
                <a:latin typeface="Arial"/>
                <a:ea typeface="Arial"/>
              </a:rPr>
              <a:t>更新狀態與排程工作。</a:t>
            </a:r>
            <a:endParaRPr b="0" lang="en-US" sz="1400" spc="-1" strike="noStrike">
              <a:solidFill>
                <a:srgbClr val="000000"/>
              </a:solidFill>
              <a:latin typeface="Arial"/>
            </a:endParaRPr>
          </a:p>
          <a:p>
            <a:pPr lvl="1" marL="914400" indent="-317520">
              <a:lnSpc>
                <a:spcPct val="115000"/>
              </a:lnSpc>
              <a:buClr>
                <a:srgbClr val="000000"/>
              </a:buClr>
              <a:buFont typeface="Arial"/>
              <a:buChar char="○"/>
            </a:pPr>
            <a:r>
              <a:rPr b="0" lang="zh-TW" sz="1400" spc="-1" strike="noStrike">
                <a:solidFill>
                  <a:schemeClr val="dk1"/>
                </a:solidFill>
                <a:latin typeface="Arial"/>
                <a:ea typeface="Arial"/>
              </a:rPr>
              <a:t>中斷內不睡眠、不做長耗時操作。</a:t>
            </a:r>
            <a:endParaRPr b="0" lang="en-US" sz="1400" spc="-1" strike="noStrike">
              <a:solidFill>
                <a:srgbClr val="000000"/>
              </a:solidFill>
              <a:latin typeface="Arial"/>
            </a:endParaRPr>
          </a:p>
          <a:p>
            <a:pPr lvl="1" marL="914400" indent="-317520">
              <a:lnSpc>
                <a:spcPct val="115000"/>
              </a:lnSpc>
              <a:buClr>
                <a:srgbClr val="000000"/>
              </a:buClr>
              <a:buFont typeface="Arial"/>
              <a:buChar char="○"/>
            </a:pPr>
            <a:r>
              <a:rPr b="0" lang="en-US" sz="1400" spc="-1" strike="noStrike">
                <a:solidFill>
                  <a:schemeClr val="dk1"/>
                </a:solidFill>
                <a:latin typeface="Arial"/>
                <a:ea typeface="Arial"/>
              </a:rPr>
              <a:t>Button </a:t>
            </a:r>
            <a:r>
              <a:rPr b="0" lang="zh-TW" sz="1400" spc="-1" strike="noStrike">
                <a:solidFill>
                  <a:schemeClr val="dk1"/>
                </a:solidFill>
                <a:latin typeface="Arial"/>
                <a:ea typeface="Arial"/>
              </a:rPr>
              <a:t>中斷也是盡量保持簡短</a:t>
            </a:r>
            <a:endParaRPr b="0" lang="en-US" sz="1400" spc="-1" strike="noStrike">
              <a:solidFill>
                <a:srgbClr val="000000"/>
              </a:solidFill>
              <a:latin typeface="Arial"/>
            </a:endParaRPr>
          </a:p>
          <a:p>
            <a:pPr marL="457200" indent="-317520">
              <a:lnSpc>
                <a:spcPct val="115000"/>
              </a:lnSpc>
              <a:buClr>
                <a:srgbClr val="000000"/>
              </a:buClr>
              <a:buFont typeface="Arial"/>
              <a:buChar char="●"/>
            </a:pPr>
            <a:r>
              <a:rPr b="0" lang="en-US" sz="1400" spc="-1" strike="noStrike">
                <a:solidFill>
                  <a:schemeClr val="dk1"/>
                </a:solidFill>
                <a:latin typeface="Arial"/>
                <a:ea typeface="Arial"/>
              </a:rPr>
              <a:t>Timer</a:t>
            </a:r>
            <a:r>
              <a:rPr b="0" lang="zh-TW" sz="1400" spc="-1" strike="noStrike">
                <a:solidFill>
                  <a:schemeClr val="dk1"/>
                </a:solidFill>
                <a:latin typeface="Arial"/>
                <a:ea typeface="Arial"/>
              </a:rPr>
              <a:t>（</a:t>
            </a:r>
            <a:r>
              <a:rPr b="0" lang="en-US" sz="1400" spc="-1" strike="noStrike">
                <a:solidFill>
                  <a:schemeClr val="dk1"/>
                </a:solidFill>
                <a:latin typeface="Arial"/>
                <a:ea typeface="Arial"/>
              </a:rPr>
              <a:t>TINT</a:t>
            </a:r>
            <a:r>
              <a:rPr b="0" lang="zh-TW" sz="1400" spc="-1" strike="noStrike">
                <a:solidFill>
                  <a:schemeClr val="dk1"/>
                </a:solidFill>
                <a:latin typeface="Arial"/>
                <a:ea typeface="Arial"/>
              </a:rPr>
              <a:t>／</a:t>
            </a:r>
            <a:r>
              <a:rPr b="0" lang="en-US" sz="1400" spc="-1" strike="noStrike">
                <a:solidFill>
                  <a:schemeClr val="dk1"/>
                </a:solidFill>
                <a:latin typeface="Arial"/>
                <a:ea typeface="Arial"/>
              </a:rPr>
              <a:t>Soft timer</a:t>
            </a:r>
            <a:r>
              <a:rPr b="0" lang="zh-TW" sz="1400" spc="-1" strike="noStrike">
                <a:solidFill>
                  <a:schemeClr val="dk1"/>
                </a:solidFill>
                <a:latin typeface="Arial"/>
                <a:ea typeface="Arial"/>
              </a:rPr>
              <a:t>／</a:t>
            </a:r>
            <a:r>
              <a:rPr b="0" lang="en-US" sz="1400" spc="-1" strike="noStrike">
                <a:solidFill>
                  <a:schemeClr val="dk1"/>
                </a:solidFill>
                <a:latin typeface="Arial"/>
                <a:ea typeface="Arial"/>
              </a:rPr>
              <a:t>Signal</a:t>
            </a:r>
            <a:r>
              <a:rPr b="0" lang="zh-TW" sz="1400" spc="-1" strike="noStrike">
                <a:solidFill>
                  <a:schemeClr val="dk1"/>
                </a:solidFill>
                <a:latin typeface="Arial"/>
                <a:ea typeface="Arial"/>
              </a:rPr>
              <a:t>）</a:t>
            </a:r>
            <a:endParaRPr b="0" lang="en-US" sz="1400" spc="-1" strike="noStrike">
              <a:solidFill>
                <a:srgbClr val="000000"/>
              </a:solidFill>
              <a:latin typeface="Arial"/>
            </a:endParaRPr>
          </a:p>
          <a:p>
            <a:pPr lvl="1" marL="914400" indent="-317520">
              <a:lnSpc>
                <a:spcPct val="115000"/>
              </a:lnSpc>
              <a:buClr>
                <a:srgbClr val="595959"/>
              </a:buClr>
              <a:buFont typeface="Arial"/>
              <a:buChar char="○"/>
            </a:pPr>
            <a:r>
              <a:rPr b="0" lang="en-US" sz="1400" spc="-1" strike="noStrike">
                <a:solidFill>
                  <a:srgbClr val="188038"/>
                </a:solidFill>
                <a:latin typeface="Roboto Mono"/>
                <a:ea typeface="Roboto Mono"/>
              </a:rPr>
              <a:t>T_checkin=5 </a:t>
            </a:r>
            <a:r>
              <a:rPr b="0" lang="zh-TW" sz="1400" spc="-1" strike="noStrike">
                <a:solidFill>
                  <a:srgbClr val="188038"/>
                </a:solidFill>
                <a:latin typeface="Roboto Mono"/>
                <a:ea typeface="Roboto Mono"/>
              </a:rPr>
              <a:t>分</a:t>
            </a:r>
            <a:r>
              <a:rPr b="0" lang="zh-TW" sz="1400" spc="-1" strike="noStrike">
                <a:solidFill>
                  <a:schemeClr val="dk1"/>
                </a:solidFill>
                <a:latin typeface="Arial"/>
                <a:ea typeface="Arial"/>
              </a:rPr>
              <a:t>：預約後未報到自動取消。</a:t>
            </a:r>
            <a:endParaRPr b="0" lang="en-US" sz="1400" spc="-1" strike="noStrike">
              <a:solidFill>
                <a:srgbClr val="000000"/>
              </a:solidFill>
              <a:latin typeface="Arial"/>
            </a:endParaRPr>
          </a:p>
          <a:p>
            <a:pPr lvl="1" marL="914400" indent="-317520">
              <a:lnSpc>
                <a:spcPct val="115000"/>
              </a:lnSpc>
              <a:buClr>
                <a:srgbClr val="595959"/>
              </a:buClr>
              <a:buFont typeface="Arial"/>
              <a:buChar char="○"/>
            </a:pPr>
            <a:r>
              <a:rPr b="0" lang="en-US" sz="1400" spc="-1" strike="noStrike">
                <a:solidFill>
                  <a:srgbClr val="188038"/>
                </a:solidFill>
                <a:latin typeface="Roboto Mono"/>
                <a:ea typeface="Roboto Mono"/>
              </a:rPr>
              <a:t>T_end=30 </a:t>
            </a:r>
            <a:r>
              <a:rPr b="0" lang="zh-TW" sz="1400" spc="-1" strike="noStrike">
                <a:solidFill>
                  <a:srgbClr val="188038"/>
                </a:solidFill>
                <a:latin typeface="Roboto Mono"/>
                <a:ea typeface="Roboto Mono"/>
              </a:rPr>
              <a:t>分</a:t>
            </a:r>
            <a:r>
              <a:rPr b="0" lang="zh-TW" sz="1400" spc="-1" strike="noStrike">
                <a:solidFill>
                  <a:schemeClr val="dk1"/>
                </a:solidFill>
                <a:latin typeface="Arial"/>
                <a:ea typeface="Arial"/>
              </a:rPr>
              <a:t>：時段到期自動釋放；到期前 </a:t>
            </a:r>
            <a:r>
              <a:rPr b="0" lang="en-US" sz="1400" spc="-1" strike="noStrike">
                <a:solidFill>
                  <a:schemeClr val="dk1"/>
                </a:solidFill>
                <a:latin typeface="Arial"/>
                <a:ea typeface="Arial"/>
              </a:rPr>
              <a:t>5 </a:t>
            </a:r>
            <a:r>
              <a:rPr b="0" lang="zh-TW" sz="1400" spc="-1" strike="noStrike">
                <a:solidFill>
                  <a:schemeClr val="dk1"/>
                </a:solidFill>
                <a:latin typeface="Arial"/>
                <a:ea typeface="Arial"/>
              </a:rPr>
              <a:t>分轉 </a:t>
            </a:r>
            <a:r>
              <a:rPr b="0" lang="en-US" sz="1400" spc="-1" strike="noStrike">
                <a:solidFill>
                  <a:schemeClr val="dk1"/>
                </a:solidFill>
                <a:latin typeface="Arial"/>
                <a:ea typeface="Arial"/>
              </a:rPr>
              <a:t>LED=</a:t>
            </a:r>
            <a:r>
              <a:rPr b="0" lang="zh-TW" sz="1400" spc="-1" strike="noStrike">
                <a:solidFill>
                  <a:schemeClr val="dk1"/>
                </a:solidFill>
                <a:latin typeface="Arial"/>
                <a:ea typeface="Arial"/>
              </a:rPr>
              <a:t>黃並通知。</a:t>
            </a:r>
            <a:endParaRPr b="0" lang="en-US" sz="1400" spc="-1" strike="noStrike">
              <a:solidFill>
                <a:srgbClr val="000000"/>
              </a:solidFill>
              <a:latin typeface="Arial"/>
            </a:endParaRPr>
          </a:p>
          <a:p>
            <a:pPr indent="0">
              <a:lnSpc>
                <a:spcPct val="95000"/>
              </a:lnSpc>
              <a:spcBef>
                <a:spcPts val="1199"/>
              </a:spcBef>
              <a:spcAft>
                <a:spcPts val="1199"/>
              </a:spcAft>
              <a:buNone/>
              <a:tabLst>
                <a:tab algn="l" pos="0"/>
              </a:tabLst>
            </a:pPr>
            <a:endParaRPr b="0" lang="en-US" sz="45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1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75" name="PlaceHolder 1"/>
          <p:cNvSpPr>
            <a:spLocks noGrp="1"/>
          </p:cNvSpPr>
          <p:nvPr>
            <p:ph type="title"/>
          </p:nvPr>
        </p:nvSpPr>
        <p:spPr>
          <a:xfrm>
            <a:off x="-36360" y="36720"/>
            <a:ext cx="1539720" cy="572400"/>
          </a:xfrm>
          <a:prstGeom prst="rect">
            <a:avLst/>
          </a:prstGeom>
          <a:noFill/>
          <a:ln w="0">
            <a:noFill/>
          </a:ln>
        </p:spPr>
        <p:txBody>
          <a:bodyPr lIns="91440" rIns="91440" tIns="91440" bIns="91440" anchor="t">
            <a:normAutofit fontScale="93550"/>
          </a:bodyPr>
          <a:p>
            <a:pPr indent="0">
              <a:lnSpc>
                <a:spcPct val="100000"/>
              </a:lnSpc>
              <a:buNone/>
              <a:tabLst>
                <a:tab algn="l" pos="0"/>
              </a:tabLst>
            </a:pPr>
            <a:r>
              <a:rPr b="0" lang="zh-TW" sz="2800" spc="-1" strike="noStrike">
                <a:solidFill>
                  <a:schemeClr val="dk1"/>
                </a:solidFill>
                <a:latin typeface="Arial"/>
                <a:ea typeface="Arial"/>
              </a:rPr>
              <a:t>全局變數</a:t>
            </a:r>
            <a:endParaRPr b="0" lang="en-US" sz="2800" spc="-1" strike="noStrike">
              <a:solidFill>
                <a:srgbClr val="000000"/>
              </a:solidFill>
              <a:latin typeface="Arial"/>
            </a:endParaRPr>
          </a:p>
        </p:txBody>
      </p:sp>
      <p:sp>
        <p:nvSpPr>
          <p:cNvPr id="76" name="PlaceHolder 2"/>
          <p:cNvSpPr>
            <a:spLocks noGrp="1"/>
          </p:cNvSpPr>
          <p:nvPr>
            <p:ph/>
          </p:nvPr>
        </p:nvSpPr>
        <p:spPr>
          <a:xfrm>
            <a:off x="90000" y="852840"/>
            <a:ext cx="4364640" cy="1947600"/>
          </a:xfrm>
          <a:prstGeom prst="rect">
            <a:avLst/>
          </a:prstGeom>
          <a:noFill/>
          <a:ln w="0">
            <a:noFill/>
          </a:ln>
        </p:spPr>
        <p:txBody>
          <a:bodyPr lIns="91440" rIns="91440" tIns="91440" bIns="91440" anchor="t">
            <a:normAutofit fontScale="87222"/>
          </a:bodyPr>
          <a:p>
            <a:pPr indent="0">
              <a:lnSpc>
                <a:spcPct val="95000"/>
              </a:lnSpc>
              <a:buNone/>
              <a:tabLst>
                <a:tab algn="l" pos="0"/>
              </a:tabLst>
            </a:pPr>
            <a:r>
              <a:rPr b="0" lang="en-US" sz="1300" spc="-1" strike="noStrike">
                <a:solidFill>
                  <a:schemeClr val="dk2"/>
                </a:solidFill>
                <a:latin typeface="Arial"/>
                <a:ea typeface="Arial"/>
              </a:rPr>
              <a:t>MAX_ROOMS : 5   </a:t>
            </a:r>
            <a:endParaRPr b="0" lang="en-US" sz="1300" spc="-1" strike="noStrike">
              <a:solidFill>
                <a:srgbClr val="000000"/>
              </a:solidFill>
              <a:latin typeface="Arial"/>
            </a:endParaRPr>
          </a:p>
          <a:p>
            <a:pPr indent="0">
              <a:lnSpc>
                <a:spcPct val="95000"/>
              </a:lnSpc>
              <a:spcBef>
                <a:spcPts val="1199"/>
              </a:spcBef>
              <a:buNone/>
              <a:tabLst>
                <a:tab algn="l" pos="0"/>
              </a:tabLst>
            </a:pPr>
            <a:r>
              <a:rPr b="0" lang="en-US" sz="1300" spc="-1" strike="noStrike">
                <a:solidFill>
                  <a:schemeClr val="dk2"/>
                </a:solidFill>
                <a:latin typeface="Arial"/>
                <a:ea typeface="Arial"/>
              </a:rPr>
              <a:t>SLOT_DURATION : 30 (s)  </a:t>
            </a:r>
            <a:endParaRPr b="0" lang="en-US" sz="1300" spc="-1" strike="noStrike">
              <a:solidFill>
                <a:srgbClr val="000000"/>
              </a:solidFill>
              <a:latin typeface="Arial"/>
            </a:endParaRPr>
          </a:p>
          <a:p>
            <a:pPr indent="0">
              <a:lnSpc>
                <a:spcPct val="95000"/>
              </a:lnSpc>
              <a:spcBef>
                <a:spcPts val="1199"/>
              </a:spcBef>
              <a:buNone/>
              <a:tabLst>
                <a:tab algn="l" pos="0"/>
              </a:tabLst>
            </a:pPr>
            <a:r>
              <a:rPr b="0" lang="en-US" sz="1300" spc="-1" strike="noStrike">
                <a:solidFill>
                  <a:schemeClr val="dk2"/>
                </a:solidFill>
                <a:latin typeface="Arial"/>
                <a:ea typeface="Arial"/>
              </a:rPr>
              <a:t>CHECKIN_TIMEOUT: 5 (s)</a:t>
            </a:r>
            <a:endParaRPr b="0" lang="en-US" sz="1300" spc="-1" strike="noStrike">
              <a:solidFill>
                <a:srgbClr val="000000"/>
              </a:solidFill>
              <a:latin typeface="Arial"/>
            </a:endParaRPr>
          </a:p>
          <a:p>
            <a:pPr indent="0">
              <a:lnSpc>
                <a:spcPct val="95000"/>
              </a:lnSpc>
              <a:spcBef>
                <a:spcPts val="1199"/>
              </a:spcBef>
              <a:buNone/>
              <a:tabLst>
                <a:tab algn="l" pos="0"/>
              </a:tabLst>
            </a:pPr>
            <a:r>
              <a:rPr b="0" lang="en-US" sz="1300" spc="-1" strike="noStrike">
                <a:solidFill>
                  <a:schemeClr val="dk2"/>
                </a:solidFill>
                <a:latin typeface="Arial"/>
                <a:ea typeface="Arial"/>
              </a:rPr>
              <a:t>TICK_MS : 100 (ms)  </a:t>
            </a:r>
            <a:endParaRPr b="0" lang="en-US" sz="1300" spc="-1" strike="noStrike">
              <a:solidFill>
                <a:srgbClr val="000000"/>
              </a:solidFill>
              <a:latin typeface="Arial"/>
            </a:endParaRPr>
          </a:p>
          <a:p>
            <a:pPr indent="0">
              <a:lnSpc>
                <a:spcPct val="95000"/>
              </a:lnSpc>
              <a:spcBef>
                <a:spcPts val="1199"/>
              </a:spcBef>
              <a:buNone/>
              <a:tabLst>
                <a:tab algn="l" pos="0"/>
              </a:tabLst>
            </a:pPr>
            <a:r>
              <a:rPr b="0" lang="en-US" sz="1300" spc="-1" strike="noStrike">
                <a:solidFill>
                  <a:schemeClr val="dk2"/>
                </a:solidFill>
                <a:latin typeface="Arial"/>
                <a:ea typeface="Arial"/>
              </a:rPr>
              <a:t>WARN_REMAIN_SEC 5(s)</a:t>
            </a:r>
            <a:endParaRPr b="0" lang="en-US" sz="1300" spc="-1" strike="noStrike">
              <a:solidFill>
                <a:srgbClr val="000000"/>
              </a:solidFill>
              <a:latin typeface="Arial"/>
            </a:endParaRPr>
          </a:p>
          <a:p>
            <a:pPr indent="0">
              <a:lnSpc>
                <a:spcPct val="95000"/>
              </a:lnSpc>
              <a:spcBef>
                <a:spcPts val="1199"/>
              </a:spcBef>
              <a:spcAft>
                <a:spcPts val="1199"/>
              </a:spcAft>
              <a:buNone/>
              <a:tabLst>
                <a:tab algn="l" pos="0"/>
              </a:tabLst>
            </a:pPr>
            <a:r>
              <a:rPr b="0" lang="en-US" sz="1300" spc="-1" strike="noStrike">
                <a:solidFill>
                  <a:schemeClr val="dk2"/>
                </a:solidFill>
                <a:latin typeface="Arial"/>
                <a:ea typeface="Arial"/>
              </a:rPr>
              <a:t>room_status_t: Free </a:t>
            </a:r>
            <a:r>
              <a:rPr b="0" lang="en-US" sz="1400" spc="-1" strike="noStrike">
                <a:solidFill>
                  <a:schemeClr val="dk1"/>
                </a:solidFill>
                <a:latin typeface="Arial"/>
                <a:ea typeface="Arial"/>
              </a:rPr>
              <a:t>🟢</a:t>
            </a:r>
            <a:r>
              <a:rPr b="0" lang="en-US" sz="1300" spc="-1" strike="noStrike">
                <a:solidFill>
                  <a:schemeClr val="dk2"/>
                </a:solidFill>
                <a:latin typeface="Arial"/>
                <a:ea typeface="Arial"/>
              </a:rPr>
              <a:t>, Reserved </a:t>
            </a:r>
            <a:r>
              <a:rPr b="0" lang="en-US" sz="1400" spc="-1" strike="noStrike">
                <a:solidFill>
                  <a:schemeClr val="dk1"/>
                </a:solidFill>
                <a:latin typeface="Arial"/>
                <a:ea typeface="Arial"/>
              </a:rPr>
              <a:t>🟡</a:t>
            </a:r>
            <a:r>
              <a:rPr b="0" lang="en-US" sz="1300" spc="-1" strike="noStrike">
                <a:solidFill>
                  <a:schemeClr val="dk2"/>
                </a:solidFill>
                <a:latin typeface="Arial"/>
                <a:ea typeface="Arial"/>
              </a:rPr>
              <a:t>, In_use </a:t>
            </a:r>
            <a:r>
              <a:rPr b="0" lang="en-US" sz="1400" spc="-1" strike="noStrike">
                <a:solidFill>
                  <a:schemeClr val="dk1"/>
                </a:solidFill>
                <a:latin typeface="Arial"/>
                <a:ea typeface="Arial"/>
              </a:rPr>
              <a:t>🔴</a:t>
            </a:r>
            <a:r>
              <a:rPr b="0" lang="en-US" sz="1300" spc="-1" strike="noStrike">
                <a:solidFill>
                  <a:schemeClr val="dk2"/>
                </a:solidFill>
                <a:latin typeface="Arial"/>
                <a:ea typeface="Arial"/>
              </a:rPr>
              <a:t>   </a:t>
            </a:r>
            <a:endParaRPr b="0" lang="en-US" sz="1300" spc="-1" strike="noStrike">
              <a:solidFill>
                <a:srgbClr val="000000"/>
              </a:solidFill>
              <a:latin typeface="Arial"/>
            </a:endParaRPr>
          </a:p>
        </p:txBody>
      </p:sp>
      <p:sp>
        <p:nvSpPr>
          <p:cNvPr id="77" name="PlaceHolder 3"/>
          <p:cNvSpPr>
            <a:spLocks noGrp="1"/>
          </p:cNvSpPr>
          <p:nvPr>
            <p:ph/>
          </p:nvPr>
        </p:nvSpPr>
        <p:spPr>
          <a:xfrm>
            <a:off x="4027680" y="194040"/>
            <a:ext cx="4969080" cy="2254680"/>
          </a:xfrm>
          <a:prstGeom prst="rect">
            <a:avLst/>
          </a:prstGeom>
          <a:noFill/>
          <a:ln w="0">
            <a:noFill/>
          </a:ln>
        </p:spPr>
        <p:txBody>
          <a:bodyPr lIns="91440" rIns="91440" tIns="91440" bIns="91440" anchor="t">
            <a:normAutofit fontScale="68333"/>
          </a:bodyPr>
          <a:p>
            <a:pPr indent="0">
              <a:lnSpc>
                <a:spcPct val="115000"/>
              </a:lnSpc>
              <a:buNone/>
              <a:tabLst>
                <a:tab algn="l" pos="0"/>
              </a:tabLst>
            </a:pPr>
            <a:r>
              <a:rPr b="0" lang="en-US" sz="1800" spc="-1" strike="noStrike">
                <a:solidFill>
                  <a:schemeClr val="dk2"/>
                </a:solidFill>
                <a:latin typeface="Arial"/>
                <a:ea typeface="Arial"/>
              </a:rPr>
              <a:t>struct room_t {</a:t>
            </a:r>
            <a:endParaRPr b="0" lang="en-US" sz="1800" spc="-1" strike="noStrike">
              <a:solidFill>
                <a:srgbClr val="000000"/>
              </a:solidFill>
              <a:latin typeface="Arial"/>
            </a:endParaRPr>
          </a:p>
          <a:p>
            <a:pPr indent="0">
              <a:lnSpc>
                <a:spcPct val="115000"/>
              </a:lnSpc>
              <a:spcBef>
                <a:spcPts val="1199"/>
              </a:spcBef>
              <a:buNone/>
              <a:tabLst>
                <a:tab algn="l" pos="0"/>
              </a:tabLst>
            </a:pPr>
            <a:r>
              <a:rPr b="0" lang="en-US" sz="1800" spc="-1" strike="noStrike">
                <a:solidFill>
                  <a:schemeClr val="dk2"/>
                </a:solidFill>
                <a:latin typeface="Arial"/>
                <a:ea typeface="Arial"/>
              </a:rPr>
              <a:t>   </a:t>
            </a:r>
            <a:r>
              <a:rPr b="0" lang="en-US" sz="1800" spc="-1" strike="noStrike">
                <a:solidFill>
                  <a:schemeClr val="dk2"/>
                </a:solidFill>
                <a:latin typeface="Arial"/>
                <a:ea typeface="Arial"/>
              </a:rPr>
              <a:t>int id; </a:t>
            </a:r>
            <a:endParaRPr b="0" lang="en-US" sz="1800" spc="-1" strike="noStrike">
              <a:solidFill>
                <a:srgbClr val="000000"/>
              </a:solidFill>
              <a:latin typeface="Arial"/>
            </a:endParaRPr>
          </a:p>
          <a:p>
            <a:pPr indent="0">
              <a:lnSpc>
                <a:spcPct val="115000"/>
              </a:lnSpc>
              <a:spcBef>
                <a:spcPts val="1199"/>
              </a:spcBef>
              <a:buNone/>
              <a:tabLst>
                <a:tab algn="l" pos="0"/>
              </a:tabLst>
            </a:pPr>
            <a:r>
              <a:rPr b="0" lang="en-US" sz="1800" spc="-1" strike="noStrike">
                <a:solidFill>
                  <a:schemeClr val="dk2"/>
                </a:solidFill>
                <a:latin typeface="Arial"/>
                <a:ea typeface="Arial"/>
              </a:rPr>
              <a:t>   </a:t>
            </a:r>
            <a:r>
              <a:rPr b="0" lang="en-US" sz="1800" spc="-1" strike="noStrike">
                <a:solidFill>
                  <a:schemeClr val="dk2"/>
                </a:solidFill>
                <a:latin typeface="Arial"/>
                <a:ea typeface="Arial"/>
              </a:rPr>
              <a:t>room_status_t status;</a:t>
            </a:r>
            <a:endParaRPr b="0" lang="en-US" sz="1800" spc="-1" strike="noStrike">
              <a:solidFill>
                <a:srgbClr val="000000"/>
              </a:solidFill>
              <a:latin typeface="Arial"/>
            </a:endParaRPr>
          </a:p>
          <a:p>
            <a:pPr indent="0">
              <a:lnSpc>
                <a:spcPct val="115000"/>
              </a:lnSpc>
              <a:spcBef>
                <a:spcPts val="1199"/>
              </a:spcBef>
              <a:buNone/>
              <a:tabLst>
                <a:tab algn="l" pos="0"/>
              </a:tabLst>
            </a:pPr>
            <a:r>
              <a:rPr b="0" lang="en-US" sz="1800" spc="-1" strike="noStrike">
                <a:solidFill>
                  <a:schemeClr val="dk2"/>
                </a:solidFill>
                <a:latin typeface="Arial"/>
                <a:ea typeface="Arial"/>
              </a:rPr>
              <a:t>   </a:t>
            </a:r>
            <a:r>
              <a:rPr b="0" lang="en-US" sz="1800" spc="-1" strike="noStrike">
                <a:solidFill>
                  <a:schemeClr val="dk2"/>
                </a:solidFill>
                <a:latin typeface="Arial"/>
                <a:ea typeface="Arial"/>
              </a:rPr>
              <a:t>uint64_t reserve_tick; //tick when reserved/checkin </a:t>
            </a:r>
            <a:endParaRPr b="0" lang="en-US" sz="1800" spc="-1" strike="noStrike">
              <a:solidFill>
                <a:srgbClr val="000000"/>
              </a:solidFill>
              <a:latin typeface="Arial"/>
            </a:endParaRPr>
          </a:p>
          <a:p>
            <a:pPr indent="0">
              <a:lnSpc>
                <a:spcPct val="115000"/>
              </a:lnSpc>
              <a:spcBef>
                <a:spcPts val="1199"/>
              </a:spcBef>
              <a:buNone/>
              <a:tabLst>
                <a:tab algn="l" pos="0"/>
              </a:tabLst>
            </a:pPr>
            <a:r>
              <a:rPr b="0" lang="en-US" sz="1800" spc="-1" strike="noStrike">
                <a:solidFill>
                  <a:schemeClr val="dk2"/>
                </a:solidFill>
                <a:latin typeface="Arial"/>
                <a:ea typeface="Arial"/>
              </a:rPr>
              <a:t>   </a:t>
            </a:r>
            <a:r>
              <a:rPr b="0" lang="en-US" sz="1800" spc="-1" strike="noStrike">
                <a:solidFill>
                  <a:schemeClr val="dk2"/>
                </a:solidFill>
                <a:latin typeface="Arial"/>
                <a:ea typeface="Arial"/>
              </a:rPr>
              <a:t>int extend_used; //0: not extended, 1:extended</a:t>
            </a:r>
            <a:endParaRPr b="0" lang="en-US" sz="1800" spc="-1" strike="noStrike">
              <a:solidFill>
                <a:srgbClr val="000000"/>
              </a:solidFill>
              <a:latin typeface="Arial"/>
            </a:endParaRPr>
          </a:p>
          <a:p>
            <a:pPr indent="0">
              <a:lnSpc>
                <a:spcPct val="115000"/>
              </a:lnSpc>
              <a:spcBef>
                <a:spcPts val="1199"/>
              </a:spcBef>
              <a:spcAft>
                <a:spcPts val="1199"/>
              </a:spcAft>
              <a:buNone/>
              <a:tabLst>
                <a:tab algn="l" pos="0"/>
              </a:tabLst>
            </a:pPr>
            <a:r>
              <a:rPr b="0" lang="en-US" sz="1800" spc="-1" strike="noStrike">
                <a:solidFill>
                  <a:schemeClr val="dk2"/>
                </a:solidFill>
                <a:latin typeface="Arial"/>
                <a:ea typeface="Arial"/>
              </a:rPr>
              <a:t>}</a:t>
            </a:r>
            <a:endParaRPr b="0" lang="en-US" sz="1800" spc="-1" strike="noStrike">
              <a:solidFill>
                <a:srgbClr val="000000"/>
              </a:solidFill>
              <a:latin typeface="Arial"/>
            </a:endParaRPr>
          </a:p>
        </p:txBody>
      </p:sp>
      <p:sp>
        <p:nvSpPr>
          <p:cNvPr id="78" name="PlaceHolder 4"/>
          <p:cNvSpPr>
            <a:spLocks noGrp="1"/>
          </p:cNvSpPr>
          <p:nvPr>
            <p:ph/>
          </p:nvPr>
        </p:nvSpPr>
        <p:spPr>
          <a:xfrm>
            <a:off x="3748320" y="2800440"/>
            <a:ext cx="5248800" cy="1869840"/>
          </a:xfrm>
          <a:prstGeom prst="rect">
            <a:avLst/>
          </a:prstGeom>
          <a:noFill/>
          <a:ln w="0">
            <a:noFill/>
          </a:ln>
        </p:spPr>
        <p:txBody>
          <a:bodyPr lIns="91440" rIns="91440" tIns="91440" bIns="91440" anchor="t">
            <a:normAutofit/>
          </a:bodyPr>
          <a:p>
            <a:pPr indent="0">
              <a:lnSpc>
                <a:spcPct val="95000"/>
              </a:lnSpc>
              <a:buNone/>
              <a:tabLst>
                <a:tab algn="l" pos="0"/>
              </a:tabLst>
            </a:pPr>
            <a:r>
              <a:rPr b="0" lang="en-US" sz="1300" spc="-1" strike="noStrike">
                <a:solidFill>
                  <a:schemeClr val="dk2"/>
                </a:solidFill>
                <a:latin typeface="Arial"/>
                <a:ea typeface="Arial"/>
              </a:rPr>
              <a:t>room_t rooms[MAX_ROOMS]  </a:t>
            </a:r>
            <a:endParaRPr b="0" lang="en-US" sz="1300" spc="-1" strike="noStrike">
              <a:solidFill>
                <a:srgbClr val="000000"/>
              </a:solidFill>
              <a:latin typeface="Arial"/>
            </a:endParaRPr>
          </a:p>
          <a:p>
            <a:pPr indent="0">
              <a:lnSpc>
                <a:spcPct val="95000"/>
              </a:lnSpc>
              <a:spcBef>
                <a:spcPts val="1199"/>
              </a:spcBef>
              <a:buNone/>
              <a:tabLst>
                <a:tab algn="l" pos="0"/>
              </a:tabLst>
            </a:pPr>
            <a:r>
              <a:rPr b="0" lang="en-US" sz="1300" spc="-1" strike="noStrike">
                <a:solidFill>
                  <a:schemeClr val="dk2"/>
                </a:solidFill>
                <a:latin typeface="Arial"/>
                <a:ea typeface="Arial"/>
              </a:rPr>
              <a:t>pthread_mutex_t room_mutex;   </a:t>
            </a:r>
            <a:endParaRPr b="0" lang="en-US" sz="1300" spc="-1" strike="noStrike">
              <a:solidFill>
                <a:srgbClr val="000000"/>
              </a:solidFill>
              <a:latin typeface="Arial"/>
            </a:endParaRPr>
          </a:p>
          <a:p>
            <a:pPr indent="0">
              <a:lnSpc>
                <a:spcPct val="95000"/>
              </a:lnSpc>
              <a:spcBef>
                <a:spcPts val="1199"/>
              </a:spcBef>
              <a:buNone/>
              <a:tabLst>
                <a:tab algn="l" pos="0"/>
              </a:tabLst>
            </a:pPr>
            <a:r>
              <a:rPr b="0" lang="en-US" sz="1300" spc="-1" strike="noStrike">
                <a:solidFill>
                  <a:schemeClr val="dk2"/>
                </a:solidFill>
                <a:latin typeface="Arial"/>
                <a:ea typeface="Arial"/>
              </a:rPr>
              <a:t>int room_reservations_tody[MAX_ROOMS];//</a:t>
            </a:r>
            <a:r>
              <a:rPr b="0" lang="zh-TW" sz="1300" spc="-1" strike="noStrike">
                <a:solidFill>
                  <a:schemeClr val="dk2"/>
                </a:solidFill>
                <a:latin typeface="Arial"/>
                <a:ea typeface="Arial"/>
              </a:rPr>
              <a:t>單日預約數量限制</a:t>
            </a:r>
            <a:r>
              <a:rPr b="0" lang="en-US" sz="1300" spc="-1" strike="noStrike">
                <a:solidFill>
                  <a:schemeClr val="dk2"/>
                </a:solidFill>
                <a:latin typeface="Arial"/>
                <a:ea typeface="Arial"/>
              </a:rPr>
              <a:t>2</a:t>
            </a:r>
            <a:r>
              <a:rPr b="0" lang="zh-TW" sz="1300" spc="-1" strike="noStrike">
                <a:solidFill>
                  <a:schemeClr val="dk2"/>
                </a:solidFill>
                <a:latin typeface="Arial"/>
                <a:ea typeface="Arial"/>
              </a:rPr>
              <a:t>次</a:t>
            </a:r>
            <a:endParaRPr b="0" lang="en-US" sz="1300" spc="-1" strike="noStrike">
              <a:solidFill>
                <a:srgbClr val="000000"/>
              </a:solidFill>
              <a:latin typeface="Arial"/>
            </a:endParaRPr>
          </a:p>
          <a:p>
            <a:pPr indent="0">
              <a:lnSpc>
                <a:spcPct val="95000"/>
              </a:lnSpc>
              <a:spcBef>
                <a:spcPts val="1199"/>
              </a:spcBef>
              <a:buNone/>
              <a:tabLst>
                <a:tab algn="l" pos="0"/>
              </a:tabLst>
            </a:pPr>
            <a:r>
              <a:rPr b="0" lang="en-US" sz="1300" spc="-1" strike="noStrike">
                <a:solidFill>
                  <a:schemeClr val="dk2"/>
                </a:solidFill>
                <a:latin typeface="Arial"/>
                <a:ea typeface="Arial"/>
              </a:rPr>
              <a:t>sig_atomic_t g_tick; //global tick counter    </a:t>
            </a:r>
            <a:endParaRPr b="0" lang="en-US" sz="1300" spc="-1" strike="noStrike">
              <a:solidFill>
                <a:srgbClr val="000000"/>
              </a:solidFill>
              <a:latin typeface="Arial"/>
            </a:endParaRPr>
          </a:p>
          <a:p>
            <a:pPr indent="0">
              <a:lnSpc>
                <a:spcPct val="95000"/>
              </a:lnSpc>
              <a:spcBef>
                <a:spcPts val="1199"/>
              </a:spcBef>
              <a:spcAft>
                <a:spcPts val="1199"/>
              </a:spcAft>
              <a:buNone/>
              <a:tabLst>
                <a:tab algn="l" pos="0"/>
              </a:tabLst>
            </a:pPr>
            <a:endParaRPr b="0" lang="en-US" sz="130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12.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79" name="PlaceHolder 1"/>
          <p:cNvSpPr>
            <a:spLocks noGrp="1"/>
          </p:cNvSpPr>
          <p:nvPr>
            <p:ph type="title"/>
          </p:nvPr>
        </p:nvSpPr>
        <p:spPr>
          <a:xfrm>
            <a:off x="5634000" y="62640"/>
            <a:ext cx="2846520" cy="572400"/>
          </a:xfrm>
          <a:prstGeom prst="rect">
            <a:avLst/>
          </a:prstGeom>
          <a:noFill/>
          <a:ln w="0">
            <a:noFill/>
          </a:ln>
        </p:spPr>
        <p:txBody>
          <a:bodyPr lIns="91440" rIns="91440" tIns="91440" bIns="91440" anchor="t">
            <a:normAutofit fontScale="93550"/>
          </a:bodyPr>
          <a:p>
            <a:pPr indent="0">
              <a:lnSpc>
                <a:spcPct val="100000"/>
              </a:lnSpc>
              <a:buNone/>
              <a:tabLst>
                <a:tab algn="l" pos="0"/>
              </a:tabLst>
            </a:pPr>
            <a:r>
              <a:rPr b="0" lang="en-US" sz="2800" spc="-1" strike="noStrike">
                <a:solidFill>
                  <a:schemeClr val="dk1"/>
                </a:solidFill>
                <a:latin typeface="Arial"/>
                <a:ea typeface="Arial"/>
              </a:rPr>
              <a:t>Server functions</a:t>
            </a:r>
            <a:endParaRPr b="0" lang="en-US" sz="2800" spc="-1" strike="noStrike">
              <a:solidFill>
                <a:srgbClr val="000000"/>
              </a:solidFill>
              <a:latin typeface="Arial"/>
            </a:endParaRPr>
          </a:p>
        </p:txBody>
      </p:sp>
      <p:sp>
        <p:nvSpPr>
          <p:cNvPr id="80" name="PlaceHolder 2"/>
          <p:cNvSpPr>
            <a:spLocks noGrp="1"/>
          </p:cNvSpPr>
          <p:nvPr>
            <p:ph/>
          </p:nvPr>
        </p:nvSpPr>
        <p:spPr>
          <a:xfrm>
            <a:off x="4701600" y="635400"/>
            <a:ext cx="4442040" cy="4293720"/>
          </a:xfrm>
          <a:prstGeom prst="rect">
            <a:avLst/>
          </a:prstGeom>
          <a:noFill/>
          <a:ln w="0">
            <a:noFill/>
          </a:ln>
        </p:spPr>
        <p:txBody>
          <a:bodyPr lIns="91440" rIns="91440" tIns="91440" bIns="91440" anchor="t">
            <a:normAutofit/>
          </a:bodyPr>
          <a:p>
            <a:pPr indent="0">
              <a:lnSpc>
                <a:spcPct val="115000"/>
              </a:lnSpc>
              <a:buNone/>
              <a:tabLst>
                <a:tab algn="l" pos="0"/>
              </a:tabLst>
            </a:pPr>
            <a:r>
              <a:rPr b="0" lang="en-US" sz="1800" spc="-1" strike="noStrike">
                <a:solidFill>
                  <a:schemeClr val="dk2"/>
                </a:solidFill>
                <a:latin typeface="Arial"/>
                <a:ea typeface="Arial"/>
              </a:rPr>
              <a:t>                 </a:t>
            </a:r>
            <a:r>
              <a:rPr b="0" lang="en-US" sz="1800" spc="-1" strike="noStrike">
                <a:solidFill>
                  <a:schemeClr val="dk2"/>
                </a:solidFill>
                <a:latin typeface="Arial"/>
                <a:ea typeface="Arial"/>
              </a:rPr>
              <a:t>room_actions.h   </a:t>
            </a:r>
            <a:endParaRPr b="0" lang="en-US" sz="1800" spc="-1" strike="noStrike">
              <a:solidFill>
                <a:srgbClr val="000000"/>
              </a:solidFill>
              <a:latin typeface="Arial"/>
            </a:endParaRPr>
          </a:p>
          <a:p>
            <a:pPr indent="0">
              <a:lnSpc>
                <a:spcPct val="115000"/>
              </a:lnSpc>
              <a:spcBef>
                <a:spcPts val="1199"/>
              </a:spcBef>
              <a:buNone/>
              <a:tabLst>
                <a:tab algn="l" pos="0"/>
              </a:tabLst>
            </a:pPr>
            <a:r>
              <a:rPr b="0" lang="en-US" sz="1800" spc="-1" strike="noStrike">
                <a:solidFill>
                  <a:schemeClr val="dk2"/>
                </a:solidFill>
                <a:latin typeface="Arial"/>
                <a:ea typeface="Arial"/>
              </a:rPr>
              <a:t>get_all_status(): </a:t>
            </a:r>
            <a:r>
              <a:rPr b="0" lang="zh-TW" sz="1800" spc="-1" strike="noStrike">
                <a:solidFill>
                  <a:schemeClr val="dk2"/>
                </a:solidFill>
                <a:latin typeface="Arial"/>
                <a:ea typeface="Arial"/>
              </a:rPr>
              <a:t>取得所有房間的 </a:t>
            </a:r>
            <a:r>
              <a:rPr b="0" lang="en-US" sz="1800" spc="-1" strike="noStrike">
                <a:solidFill>
                  <a:schemeClr val="dk2"/>
                </a:solidFill>
                <a:latin typeface="Arial"/>
                <a:ea typeface="Arial"/>
              </a:rPr>
              <a:t>status</a:t>
            </a:r>
            <a:endParaRPr b="0" lang="en-US" sz="1800" spc="-1" strike="noStrike">
              <a:solidFill>
                <a:srgbClr val="000000"/>
              </a:solidFill>
              <a:latin typeface="Arial"/>
            </a:endParaRPr>
          </a:p>
          <a:p>
            <a:pPr indent="0">
              <a:lnSpc>
                <a:spcPct val="115000"/>
              </a:lnSpc>
              <a:spcBef>
                <a:spcPts val="1199"/>
              </a:spcBef>
              <a:buNone/>
              <a:tabLst>
                <a:tab algn="l" pos="0"/>
              </a:tabLst>
            </a:pPr>
            <a:r>
              <a:rPr b="0" lang="en-US" sz="1000" spc="-1" strike="noStrike">
                <a:solidFill>
                  <a:schemeClr val="dk2"/>
                </a:solidFill>
                <a:latin typeface="Arial"/>
                <a:ea typeface="Arial"/>
              </a:rPr>
              <a:t>Room 0 |FREE (🟢) | Room 1 | FREE (🟢) | Room 2 | FREE (🟢) | </a:t>
            </a:r>
            <a:endParaRPr b="0" lang="en-US" sz="1000" spc="-1" strike="noStrike">
              <a:solidFill>
                <a:srgbClr val="000000"/>
              </a:solidFill>
              <a:latin typeface="Arial"/>
            </a:endParaRPr>
          </a:p>
          <a:p>
            <a:pPr indent="0">
              <a:lnSpc>
                <a:spcPct val="115000"/>
              </a:lnSpc>
              <a:spcBef>
                <a:spcPts val="1199"/>
              </a:spcBef>
              <a:buNone/>
              <a:tabLst>
                <a:tab algn="l" pos="0"/>
              </a:tabLst>
            </a:pPr>
            <a:r>
              <a:rPr b="0" lang="en-US" sz="1800" spc="-1" strike="noStrike">
                <a:solidFill>
                  <a:schemeClr val="dk2"/>
                </a:solidFill>
                <a:latin typeface="Arial"/>
                <a:ea typeface="Arial"/>
              </a:rPr>
              <a:t>reserve_room(room_id): </a:t>
            </a:r>
            <a:r>
              <a:rPr b="0" lang="zh-TW" sz="1800" spc="-1" strike="noStrike">
                <a:solidFill>
                  <a:schemeClr val="dk2"/>
                </a:solidFill>
                <a:latin typeface="Arial"/>
                <a:ea typeface="Arial"/>
              </a:rPr>
              <a:t>預約房間</a:t>
            </a:r>
            <a:endParaRPr b="0" lang="en-US" sz="1800" spc="-1" strike="noStrike">
              <a:solidFill>
                <a:srgbClr val="000000"/>
              </a:solidFill>
              <a:latin typeface="Arial"/>
            </a:endParaRPr>
          </a:p>
          <a:p>
            <a:pPr indent="0">
              <a:lnSpc>
                <a:spcPct val="115000"/>
              </a:lnSpc>
              <a:spcBef>
                <a:spcPts val="1199"/>
              </a:spcBef>
              <a:buNone/>
              <a:tabLst>
                <a:tab algn="l" pos="0"/>
              </a:tabLst>
            </a:pPr>
            <a:r>
              <a:rPr b="0" lang="en-US" sz="1000" spc="-1" strike="noStrike">
                <a:solidFill>
                  <a:schemeClr val="dk2"/>
                </a:solidFill>
                <a:latin typeface="Arial"/>
                <a:ea typeface="Arial"/>
              </a:rPr>
              <a:t>Room 0 |FREE (</a:t>
            </a:r>
            <a:r>
              <a:rPr b="0" lang="en-US" sz="1400" spc="-1" strike="noStrike">
                <a:solidFill>
                  <a:schemeClr val="dk1"/>
                </a:solidFill>
                <a:latin typeface="Arial"/>
                <a:ea typeface="Arial"/>
              </a:rPr>
              <a:t>🟡</a:t>
            </a:r>
            <a:r>
              <a:rPr b="0" lang="en-US" sz="1000" spc="-1" strike="noStrike">
                <a:solidFill>
                  <a:schemeClr val="dk2"/>
                </a:solidFill>
                <a:latin typeface="Arial"/>
                <a:ea typeface="Arial"/>
              </a:rPr>
              <a:t>) | Room 1 | FREE (🟢) | Room 2 | FREE (🟢) | </a:t>
            </a:r>
            <a:endParaRPr b="0" lang="en-US" sz="1000" spc="-1" strike="noStrike">
              <a:solidFill>
                <a:srgbClr val="000000"/>
              </a:solidFill>
              <a:latin typeface="Arial"/>
            </a:endParaRPr>
          </a:p>
          <a:p>
            <a:pPr indent="0">
              <a:lnSpc>
                <a:spcPct val="115000"/>
              </a:lnSpc>
              <a:spcBef>
                <a:spcPts val="1199"/>
              </a:spcBef>
              <a:buNone/>
              <a:tabLst>
                <a:tab algn="l" pos="0"/>
              </a:tabLst>
            </a:pPr>
            <a:r>
              <a:rPr b="0" lang="en-US" sz="1800" spc="-1" strike="noStrike">
                <a:solidFill>
                  <a:schemeClr val="dk2"/>
                </a:solidFill>
                <a:latin typeface="Arial"/>
                <a:ea typeface="Arial"/>
              </a:rPr>
              <a:t>check_in(room_id): </a:t>
            </a:r>
            <a:r>
              <a:rPr b="0" lang="zh-TW" sz="1800" spc="-1" strike="noStrike">
                <a:solidFill>
                  <a:schemeClr val="dk2"/>
                </a:solidFill>
                <a:latin typeface="Arial"/>
                <a:ea typeface="Arial"/>
              </a:rPr>
              <a:t>現場完成報到</a:t>
            </a:r>
            <a:endParaRPr b="0" lang="en-US" sz="1800" spc="-1" strike="noStrike">
              <a:solidFill>
                <a:srgbClr val="000000"/>
              </a:solidFill>
              <a:latin typeface="Arial"/>
            </a:endParaRPr>
          </a:p>
          <a:p>
            <a:pPr indent="0">
              <a:lnSpc>
                <a:spcPct val="115000"/>
              </a:lnSpc>
              <a:spcBef>
                <a:spcPts val="1199"/>
              </a:spcBef>
              <a:buNone/>
              <a:tabLst>
                <a:tab algn="l" pos="0"/>
              </a:tabLst>
            </a:pPr>
            <a:r>
              <a:rPr b="0" lang="en-US" sz="1000" spc="-1" strike="noStrike">
                <a:solidFill>
                  <a:schemeClr val="dk2"/>
                </a:solidFill>
                <a:latin typeface="Arial"/>
                <a:ea typeface="Arial"/>
              </a:rPr>
              <a:t>Room 0 |FREE (</a:t>
            </a:r>
            <a:r>
              <a:rPr b="0" lang="en-US" sz="1400" spc="-1" strike="noStrike">
                <a:solidFill>
                  <a:schemeClr val="dk1"/>
                </a:solidFill>
                <a:latin typeface="Arial"/>
                <a:ea typeface="Arial"/>
              </a:rPr>
              <a:t>🔴</a:t>
            </a:r>
            <a:r>
              <a:rPr b="0" lang="en-US" sz="1000" spc="-1" strike="noStrike">
                <a:solidFill>
                  <a:schemeClr val="dk2"/>
                </a:solidFill>
                <a:latin typeface="Arial"/>
                <a:ea typeface="Arial"/>
              </a:rPr>
              <a:t>) | Room 1 | FREE (🟢) | Room 2 | FREE (🟢) | </a:t>
            </a:r>
            <a:endParaRPr b="0" lang="en-US" sz="1000" spc="-1" strike="noStrike">
              <a:solidFill>
                <a:srgbClr val="000000"/>
              </a:solidFill>
              <a:latin typeface="Arial"/>
            </a:endParaRPr>
          </a:p>
          <a:p>
            <a:pPr indent="0">
              <a:lnSpc>
                <a:spcPct val="115000"/>
              </a:lnSpc>
              <a:spcBef>
                <a:spcPts val="1199"/>
              </a:spcBef>
              <a:buNone/>
              <a:tabLst>
                <a:tab algn="l" pos="0"/>
              </a:tabLst>
            </a:pPr>
            <a:r>
              <a:rPr b="0" lang="en-US" sz="1800" spc="-1" strike="noStrike">
                <a:solidFill>
                  <a:schemeClr val="dk2"/>
                </a:solidFill>
                <a:latin typeface="Arial"/>
                <a:ea typeface="Arial"/>
              </a:rPr>
              <a:t>release_room(room_id): </a:t>
            </a:r>
            <a:r>
              <a:rPr b="0" lang="zh-TW" sz="1800" spc="-1" strike="noStrike">
                <a:solidFill>
                  <a:schemeClr val="dk2"/>
                </a:solidFill>
                <a:latin typeface="Arial"/>
                <a:ea typeface="Arial"/>
              </a:rPr>
              <a:t>歸還房間</a:t>
            </a:r>
            <a:endParaRPr b="0" lang="en-US" sz="1800" spc="-1" strike="noStrike">
              <a:solidFill>
                <a:srgbClr val="000000"/>
              </a:solidFill>
              <a:latin typeface="Arial"/>
            </a:endParaRPr>
          </a:p>
          <a:p>
            <a:pPr indent="0">
              <a:lnSpc>
                <a:spcPct val="115000"/>
              </a:lnSpc>
              <a:spcBef>
                <a:spcPts val="1199"/>
              </a:spcBef>
              <a:buNone/>
              <a:tabLst>
                <a:tab algn="l" pos="0"/>
              </a:tabLst>
            </a:pPr>
            <a:r>
              <a:rPr b="0" lang="en-US" sz="1000" spc="-1" strike="noStrike">
                <a:solidFill>
                  <a:schemeClr val="dk2"/>
                </a:solidFill>
                <a:latin typeface="Arial"/>
                <a:ea typeface="Arial"/>
              </a:rPr>
              <a:t>Room 0 |FREE (🟢) | Room 1 | FREE (🟢) | Room 2 | FREE (🟢) | </a:t>
            </a:r>
            <a:endParaRPr b="0" lang="en-US" sz="1000" spc="-1" strike="noStrike">
              <a:solidFill>
                <a:srgbClr val="000000"/>
              </a:solidFill>
              <a:latin typeface="Arial"/>
            </a:endParaRPr>
          </a:p>
          <a:p>
            <a:pPr indent="0">
              <a:lnSpc>
                <a:spcPct val="115000"/>
              </a:lnSpc>
              <a:spcBef>
                <a:spcPts val="1199"/>
              </a:spcBef>
              <a:spcAft>
                <a:spcPts val="1199"/>
              </a:spcAft>
              <a:buNone/>
              <a:tabLst>
                <a:tab algn="l" pos="0"/>
              </a:tabLst>
            </a:pPr>
            <a:r>
              <a:rPr b="0" lang="en-US" sz="1800" spc="-1" strike="noStrike">
                <a:solidFill>
                  <a:schemeClr val="dk2"/>
                </a:solidFill>
                <a:latin typeface="Arial"/>
                <a:ea typeface="Arial"/>
              </a:rPr>
              <a:t>extend_room(room_id): </a:t>
            </a:r>
            <a:r>
              <a:rPr b="0" lang="zh-TW" sz="1800" spc="-1" strike="noStrike">
                <a:solidFill>
                  <a:schemeClr val="dk2"/>
                </a:solidFill>
                <a:latin typeface="Arial"/>
                <a:ea typeface="Arial"/>
              </a:rPr>
              <a:t>延長時間</a:t>
            </a:r>
            <a:endParaRPr b="0" lang="en-US" sz="1800" spc="-1" strike="noStrike">
              <a:solidFill>
                <a:srgbClr val="000000"/>
              </a:solidFill>
              <a:latin typeface="Arial"/>
            </a:endParaRPr>
          </a:p>
        </p:txBody>
      </p:sp>
      <p:sp>
        <p:nvSpPr>
          <p:cNvPr id="81" name="PlaceHolder 3"/>
          <p:cNvSpPr>
            <a:spLocks noGrp="1"/>
          </p:cNvSpPr>
          <p:nvPr>
            <p:ph type="title"/>
          </p:nvPr>
        </p:nvSpPr>
        <p:spPr>
          <a:xfrm>
            <a:off x="489240" y="129960"/>
            <a:ext cx="2846520" cy="572400"/>
          </a:xfrm>
          <a:prstGeom prst="rect">
            <a:avLst/>
          </a:prstGeom>
          <a:noFill/>
          <a:ln w="0">
            <a:noFill/>
          </a:ln>
        </p:spPr>
        <p:txBody>
          <a:bodyPr lIns="91440" rIns="91440" tIns="91440" bIns="91440" anchor="t">
            <a:normAutofit fontScale="93550"/>
          </a:bodyPr>
          <a:p>
            <a:pPr indent="0">
              <a:lnSpc>
                <a:spcPct val="100000"/>
              </a:lnSpc>
              <a:buNone/>
              <a:tabLst>
                <a:tab algn="l" pos="0"/>
              </a:tabLst>
            </a:pPr>
            <a:r>
              <a:rPr b="0" lang="en-US" sz="2800" spc="-1" strike="noStrike">
                <a:solidFill>
                  <a:schemeClr val="dk1"/>
                </a:solidFill>
                <a:latin typeface="Arial"/>
                <a:ea typeface="Arial"/>
              </a:rPr>
              <a:t>Client command</a:t>
            </a:r>
            <a:endParaRPr b="0" lang="en-US" sz="2800" spc="-1" strike="noStrike">
              <a:solidFill>
                <a:srgbClr val="000000"/>
              </a:solidFill>
              <a:latin typeface="Arial"/>
            </a:endParaRPr>
          </a:p>
        </p:txBody>
      </p:sp>
      <p:sp>
        <p:nvSpPr>
          <p:cNvPr id="82" name="PlaceHolder 4"/>
          <p:cNvSpPr>
            <a:spLocks noGrp="1"/>
          </p:cNvSpPr>
          <p:nvPr>
            <p:ph/>
          </p:nvPr>
        </p:nvSpPr>
        <p:spPr>
          <a:xfrm>
            <a:off x="209520" y="695880"/>
            <a:ext cx="4442040" cy="3416040"/>
          </a:xfrm>
          <a:prstGeom prst="rect">
            <a:avLst/>
          </a:prstGeom>
          <a:noFill/>
          <a:ln w="0">
            <a:noFill/>
          </a:ln>
        </p:spPr>
        <p:txBody>
          <a:bodyPr lIns="91440" rIns="91440" tIns="91440" bIns="91440" anchor="t">
            <a:normAutofit/>
          </a:bodyPr>
          <a:p>
            <a:pPr indent="0">
              <a:lnSpc>
                <a:spcPct val="115000"/>
              </a:lnSpc>
              <a:buNone/>
              <a:tabLst>
                <a:tab algn="l" pos="0"/>
              </a:tabLst>
            </a:pPr>
            <a:r>
              <a:rPr b="0" lang="en-US" sz="1800" spc="-1" strike="noStrike">
                <a:solidFill>
                  <a:schemeClr val="dk2"/>
                </a:solidFill>
                <a:latin typeface="Arial"/>
                <a:ea typeface="Arial"/>
              </a:rPr>
              <a:t>                 </a:t>
            </a:r>
            <a:r>
              <a:rPr b="0" lang="en-US" sz="1800" spc="-1" strike="noStrike">
                <a:solidFill>
                  <a:schemeClr val="dk2"/>
                </a:solidFill>
                <a:latin typeface="Arial"/>
                <a:ea typeface="Arial"/>
              </a:rPr>
              <a:t>room_client.c   </a:t>
            </a:r>
            <a:endParaRPr b="0" lang="en-US" sz="1800" spc="-1" strike="noStrike">
              <a:solidFill>
                <a:srgbClr val="000000"/>
              </a:solidFill>
              <a:latin typeface="Arial"/>
            </a:endParaRPr>
          </a:p>
          <a:p>
            <a:pPr indent="0">
              <a:lnSpc>
                <a:spcPct val="115000"/>
              </a:lnSpc>
              <a:spcBef>
                <a:spcPts val="1199"/>
              </a:spcBef>
              <a:buNone/>
              <a:tabLst>
                <a:tab algn="l" pos="0"/>
              </a:tabLst>
            </a:pPr>
            <a:r>
              <a:rPr b="0" lang="en-US" sz="1800" spc="-1" strike="noStrike">
                <a:solidFill>
                  <a:schemeClr val="dk2"/>
                </a:solidFill>
                <a:latin typeface="Arial"/>
                <a:ea typeface="Arial"/>
              </a:rPr>
              <a:t>status              : </a:t>
            </a:r>
            <a:r>
              <a:rPr b="0" lang="zh-TW" sz="1800" spc="-1" strike="noStrike">
                <a:solidFill>
                  <a:schemeClr val="dk2"/>
                </a:solidFill>
                <a:latin typeface="Arial"/>
                <a:ea typeface="Arial"/>
              </a:rPr>
              <a:t>取得所有房間的 </a:t>
            </a:r>
            <a:r>
              <a:rPr b="0" lang="en-US" sz="1800" spc="-1" strike="noStrike">
                <a:solidFill>
                  <a:schemeClr val="dk2"/>
                </a:solidFill>
                <a:latin typeface="Arial"/>
                <a:ea typeface="Arial"/>
              </a:rPr>
              <a:t>status</a:t>
            </a:r>
            <a:endParaRPr b="0" lang="en-US" sz="1800" spc="-1" strike="noStrike">
              <a:solidFill>
                <a:srgbClr val="000000"/>
              </a:solidFill>
              <a:latin typeface="Arial"/>
            </a:endParaRPr>
          </a:p>
          <a:p>
            <a:pPr indent="0">
              <a:lnSpc>
                <a:spcPct val="115000"/>
              </a:lnSpc>
              <a:spcBef>
                <a:spcPts val="1199"/>
              </a:spcBef>
              <a:buNone/>
              <a:tabLst>
                <a:tab algn="l" pos="0"/>
              </a:tabLst>
            </a:pPr>
            <a:r>
              <a:rPr b="0" lang="en-US" sz="1800" spc="-1" strike="noStrike">
                <a:solidFill>
                  <a:schemeClr val="dk2"/>
                </a:solidFill>
                <a:latin typeface="Arial"/>
                <a:ea typeface="Arial"/>
              </a:rPr>
              <a:t>reserve   &lt;id&gt; :  </a:t>
            </a:r>
            <a:r>
              <a:rPr b="0" lang="zh-TW" sz="1800" spc="-1" strike="noStrike">
                <a:solidFill>
                  <a:schemeClr val="dk2"/>
                </a:solidFill>
                <a:latin typeface="Arial"/>
                <a:ea typeface="Arial"/>
              </a:rPr>
              <a:t>預約房間</a:t>
            </a:r>
            <a:endParaRPr b="0" lang="en-US" sz="1800" spc="-1" strike="noStrike">
              <a:solidFill>
                <a:srgbClr val="000000"/>
              </a:solidFill>
              <a:latin typeface="Arial"/>
            </a:endParaRPr>
          </a:p>
          <a:p>
            <a:pPr indent="0">
              <a:lnSpc>
                <a:spcPct val="115000"/>
              </a:lnSpc>
              <a:spcBef>
                <a:spcPts val="1199"/>
              </a:spcBef>
              <a:buNone/>
              <a:tabLst>
                <a:tab algn="l" pos="0"/>
              </a:tabLst>
            </a:pPr>
            <a:r>
              <a:rPr b="0" lang="en-US" sz="1800" spc="-1" strike="noStrike">
                <a:solidFill>
                  <a:schemeClr val="dk2"/>
                </a:solidFill>
                <a:latin typeface="Arial"/>
                <a:ea typeface="Arial"/>
              </a:rPr>
              <a:t>checkin   &lt;id&gt; : </a:t>
            </a:r>
            <a:r>
              <a:rPr b="0" lang="zh-TW" sz="1800" spc="-1" strike="noStrike">
                <a:solidFill>
                  <a:schemeClr val="dk2"/>
                </a:solidFill>
                <a:latin typeface="Arial"/>
                <a:ea typeface="Arial"/>
              </a:rPr>
              <a:t>現場完成報到</a:t>
            </a:r>
            <a:endParaRPr b="0" lang="en-US" sz="1800" spc="-1" strike="noStrike">
              <a:solidFill>
                <a:srgbClr val="000000"/>
              </a:solidFill>
              <a:latin typeface="Arial"/>
            </a:endParaRPr>
          </a:p>
          <a:p>
            <a:pPr indent="0">
              <a:lnSpc>
                <a:spcPct val="115000"/>
              </a:lnSpc>
              <a:spcBef>
                <a:spcPts val="1199"/>
              </a:spcBef>
              <a:buNone/>
              <a:tabLst>
                <a:tab algn="l" pos="0"/>
              </a:tabLst>
            </a:pPr>
            <a:r>
              <a:rPr b="0" lang="en-US" sz="1800" spc="-1" strike="noStrike">
                <a:solidFill>
                  <a:schemeClr val="dk2"/>
                </a:solidFill>
                <a:latin typeface="Arial"/>
                <a:ea typeface="Arial"/>
              </a:rPr>
              <a:t>release    &lt;id&gt;: </a:t>
            </a:r>
            <a:r>
              <a:rPr b="0" lang="zh-TW" sz="1800" spc="-1" strike="noStrike">
                <a:solidFill>
                  <a:schemeClr val="dk2"/>
                </a:solidFill>
                <a:latin typeface="Arial"/>
                <a:ea typeface="Arial"/>
              </a:rPr>
              <a:t>歸還房間</a:t>
            </a:r>
            <a:endParaRPr b="0" lang="en-US" sz="1800" spc="-1" strike="noStrike">
              <a:solidFill>
                <a:srgbClr val="000000"/>
              </a:solidFill>
              <a:latin typeface="Arial"/>
            </a:endParaRPr>
          </a:p>
          <a:p>
            <a:pPr indent="0">
              <a:lnSpc>
                <a:spcPct val="115000"/>
              </a:lnSpc>
              <a:spcBef>
                <a:spcPts val="1199"/>
              </a:spcBef>
              <a:spcAft>
                <a:spcPts val="1199"/>
              </a:spcAft>
              <a:buNone/>
              <a:tabLst>
                <a:tab algn="l" pos="0"/>
              </a:tabLst>
            </a:pPr>
            <a:r>
              <a:rPr b="0" lang="en-US" sz="1800" spc="-1" strike="noStrike">
                <a:solidFill>
                  <a:schemeClr val="dk2"/>
                </a:solidFill>
                <a:latin typeface="Arial"/>
                <a:ea typeface="Arial"/>
              </a:rPr>
              <a:t>extend     &lt;id&gt;: </a:t>
            </a:r>
            <a:r>
              <a:rPr b="0" lang="zh-TW" sz="1800" spc="-1" strike="noStrike">
                <a:solidFill>
                  <a:schemeClr val="dk2"/>
                </a:solidFill>
                <a:latin typeface="Arial"/>
                <a:ea typeface="Arial"/>
              </a:rPr>
              <a:t>延長時間</a:t>
            </a:r>
            <a:endParaRPr b="0" lang="en-US" sz="180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13.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83" name="PlaceHolder 1"/>
          <p:cNvSpPr>
            <a:spLocks noGrp="1"/>
          </p:cNvSpPr>
          <p:nvPr>
            <p:ph type="title"/>
          </p:nvPr>
        </p:nvSpPr>
        <p:spPr>
          <a:xfrm>
            <a:off x="311760" y="444960"/>
            <a:ext cx="8520120" cy="572400"/>
          </a:xfrm>
          <a:prstGeom prst="rect">
            <a:avLst/>
          </a:prstGeom>
          <a:noFill/>
          <a:ln w="0">
            <a:noFill/>
          </a:ln>
        </p:spPr>
        <p:txBody>
          <a:bodyPr lIns="91440" rIns="91440" tIns="91440" bIns="91440" anchor="t">
            <a:normAutofit fontScale="93550"/>
          </a:bodyPr>
          <a:p>
            <a:pPr indent="0">
              <a:lnSpc>
                <a:spcPct val="100000"/>
              </a:lnSpc>
              <a:buNone/>
              <a:tabLst>
                <a:tab algn="l" pos="0"/>
              </a:tabLst>
            </a:pPr>
            <a:r>
              <a:rPr b="0" lang="zh-TW" sz="2800" spc="-1" strike="noStrike">
                <a:solidFill>
                  <a:schemeClr val="dk1"/>
                </a:solidFill>
                <a:latin typeface="Arial"/>
                <a:ea typeface="Arial"/>
              </a:rPr>
              <a:t>細部設計</a:t>
            </a:r>
            <a:r>
              <a:rPr b="0" lang="en-US" sz="2800" spc="-1" strike="noStrike">
                <a:solidFill>
                  <a:schemeClr val="dk1"/>
                </a:solidFill>
                <a:latin typeface="Arial"/>
                <a:ea typeface="Arial"/>
              </a:rPr>
              <a:t>: </a:t>
            </a:r>
            <a:r>
              <a:rPr b="0" lang="zh-TW" sz="2800" spc="-1" strike="noStrike">
                <a:solidFill>
                  <a:schemeClr val="dk1"/>
                </a:solidFill>
                <a:latin typeface="Arial"/>
                <a:ea typeface="Arial"/>
              </a:rPr>
              <a:t>按鈕 </a:t>
            </a:r>
            <a:r>
              <a:rPr b="0" lang="en-US" sz="2800" spc="-1" strike="noStrike">
                <a:solidFill>
                  <a:schemeClr val="dk1"/>
                </a:solidFill>
                <a:latin typeface="Arial"/>
                <a:ea typeface="Arial"/>
              </a:rPr>
              <a:t>interrupt </a:t>
            </a:r>
            <a:endParaRPr b="0" lang="en-US" sz="2800" spc="-1" strike="noStrike">
              <a:solidFill>
                <a:srgbClr val="000000"/>
              </a:solidFill>
              <a:latin typeface="Arial"/>
            </a:endParaRPr>
          </a:p>
        </p:txBody>
      </p:sp>
      <p:pic>
        <p:nvPicPr>
          <p:cNvPr id="84" name="Google Shape;203;p28" descr=""/>
          <p:cNvPicPr/>
          <p:nvPr/>
        </p:nvPicPr>
        <p:blipFill>
          <a:blip r:embed="rId1"/>
          <a:stretch/>
        </p:blipFill>
        <p:spPr>
          <a:xfrm>
            <a:off x="218520" y="2626560"/>
            <a:ext cx="5878080" cy="1767600"/>
          </a:xfrm>
          <a:prstGeom prst="rect">
            <a:avLst/>
          </a:prstGeom>
          <a:ln w="0">
            <a:noFill/>
          </a:ln>
        </p:spPr>
      </p:pic>
      <p:sp>
        <p:nvSpPr>
          <p:cNvPr id="85" name="Google Shape;204;p28"/>
          <p:cNvSpPr/>
          <p:nvPr/>
        </p:nvSpPr>
        <p:spPr>
          <a:xfrm>
            <a:off x="339120" y="1287360"/>
            <a:ext cx="4872600" cy="1279800"/>
          </a:xfrm>
          <a:prstGeom prst="rect">
            <a:avLst/>
          </a:prstGeom>
          <a:noFill/>
          <a:ln w="0">
            <a:noFill/>
          </a:ln>
        </p:spPr>
        <p:style>
          <a:lnRef idx="0"/>
          <a:fillRef idx="0"/>
          <a:effectRef idx="0"/>
          <a:fontRef idx="minor"/>
        </p:style>
        <p:txBody>
          <a:bodyPr tIns="91440" bIns="91440" anchor="t">
            <a:spAutoFit/>
          </a:bodyPr>
          <a:p>
            <a:pPr>
              <a:lnSpc>
                <a:spcPct val="100000"/>
              </a:lnSpc>
              <a:tabLst>
                <a:tab algn="l" pos="0"/>
              </a:tabLst>
            </a:pPr>
            <a:r>
              <a:rPr b="0" lang="zh-TW" sz="1800" spc="-1" strike="noStrike">
                <a:solidFill>
                  <a:schemeClr val="dk2"/>
                </a:solidFill>
                <a:latin typeface="Arial"/>
                <a:ea typeface="Arial"/>
              </a:rPr>
              <a:t>按鈕按下時倒通 </a:t>
            </a:r>
            <a:r>
              <a:rPr b="0" lang="en-US" sz="1800" spc="-1" strike="noStrike">
                <a:solidFill>
                  <a:schemeClr val="dk2"/>
                </a:solidFill>
                <a:latin typeface="Arial"/>
                <a:ea typeface="Arial"/>
              </a:rPr>
              <a:t>vdd, </a:t>
            </a:r>
            <a:r>
              <a:rPr b="0" lang="zh-TW" sz="1800" spc="-1" strike="noStrike">
                <a:solidFill>
                  <a:schemeClr val="dk2"/>
                </a:solidFill>
                <a:latin typeface="Arial"/>
                <a:ea typeface="Arial"/>
              </a:rPr>
              <a:t>放開時斷路   </a:t>
            </a:r>
            <a:endParaRPr b="0" lang="en-US" sz="1800" spc="-1" strike="noStrike">
              <a:solidFill>
                <a:srgbClr val="000000"/>
              </a:solidFill>
              <a:latin typeface="Arial"/>
            </a:endParaRPr>
          </a:p>
          <a:p>
            <a:pPr>
              <a:lnSpc>
                <a:spcPct val="100000"/>
              </a:lnSpc>
              <a:tabLst>
                <a:tab algn="l" pos="0"/>
              </a:tabLst>
            </a:pPr>
            <a:r>
              <a:rPr b="0" lang="zh-TW" sz="1800" spc="-1" strike="noStrike">
                <a:solidFill>
                  <a:schemeClr val="dk2"/>
                </a:solidFill>
                <a:latin typeface="Arial"/>
                <a:ea typeface="Arial"/>
              </a:rPr>
              <a:t>所以我們使用 </a:t>
            </a:r>
            <a:r>
              <a:rPr b="0" lang="en-US" sz="1800" spc="-1" strike="noStrike">
                <a:solidFill>
                  <a:schemeClr val="dk2"/>
                </a:solidFill>
                <a:latin typeface="Arial"/>
                <a:ea typeface="Arial"/>
              </a:rPr>
              <a:t>TRIGGER_RISING </a:t>
            </a:r>
            <a:r>
              <a:rPr b="0" lang="zh-TW" sz="1800" spc="-1" strike="noStrike">
                <a:solidFill>
                  <a:schemeClr val="dk2"/>
                </a:solidFill>
                <a:latin typeface="Arial"/>
                <a:ea typeface="Arial"/>
              </a:rPr>
              <a:t>在電壓上升的時候觸發 </a:t>
            </a:r>
            <a:r>
              <a:rPr b="0" lang="en-US" sz="1800" spc="-1" strike="noStrike">
                <a:solidFill>
                  <a:schemeClr val="dk2"/>
                </a:solidFill>
                <a:latin typeface="Arial"/>
                <a:ea typeface="Arial"/>
              </a:rPr>
              <a:t>IRQ, </a:t>
            </a:r>
            <a:r>
              <a:rPr b="0" lang="zh-TW" sz="1800" spc="-1" strike="noStrike">
                <a:solidFill>
                  <a:schemeClr val="dk2"/>
                </a:solidFill>
                <a:latin typeface="Arial"/>
                <a:ea typeface="Arial"/>
              </a:rPr>
              <a:t>並呼叫 </a:t>
            </a:r>
            <a:r>
              <a:rPr b="0" lang="en-US" sz="1800" spc="-1" strike="noStrike">
                <a:solidFill>
                  <a:schemeClr val="dk2"/>
                </a:solidFill>
                <a:latin typeface="Arial"/>
                <a:ea typeface="Arial"/>
              </a:rPr>
              <a:t>button_isr function</a:t>
            </a:r>
            <a:endParaRPr b="0" lang="en-US" sz="180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14.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86" name="PlaceHolder 1"/>
          <p:cNvSpPr>
            <a:spLocks noGrp="1"/>
          </p:cNvSpPr>
          <p:nvPr>
            <p:ph type="title"/>
          </p:nvPr>
        </p:nvSpPr>
        <p:spPr>
          <a:xfrm>
            <a:off x="140040" y="52920"/>
            <a:ext cx="8520120" cy="572400"/>
          </a:xfrm>
          <a:prstGeom prst="rect">
            <a:avLst/>
          </a:prstGeom>
          <a:noFill/>
          <a:ln w="0">
            <a:noFill/>
          </a:ln>
        </p:spPr>
        <p:txBody>
          <a:bodyPr lIns="91440" rIns="91440" tIns="91440" bIns="91440" anchor="t">
            <a:normAutofit fontScale="93550"/>
          </a:bodyPr>
          <a:p>
            <a:pPr indent="0">
              <a:lnSpc>
                <a:spcPct val="100000"/>
              </a:lnSpc>
              <a:buNone/>
              <a:tabLst>
                <a:tab algn="l" pos="0"/>
              </a:tabLst>
            </a:pPr>
            <a:r>
              <a:rPr b="0" lang="zh-TW" sz="2800" spc="-1" strike="noStrike">
                <a:solidFill>
                  <a:schemeClr val="dk1"/>
                </a:solidFill>
                <a:latin typeface="Arial"/>
                <a:ea typeface="Arial"/>
              </a:rPr>
              <a:t>細部設計</a:t>
            </a:r>
            <a:r>
              <a:rPr b="0" lang="en-US" sz="2800" spc="-1" strike="noStrike">
                <a:solidFill>
                  <a:schemeClr val="dk1"/>
                </a:solidFill>
                <a:latin typeface="Arial"/>
                <a:ea typeface="Arial"/>
              </a:rPr>
              <a:t>: </a:t>
            </a:r>
            <a:r>
              <a:rPr b="0" lang="zh-TW" sz="2800" spc="-1" strike="noStrike">
                <a:solidFill>
                  <a:schemeClr val="dk1"/>
                </a:solidFill>
                <a:latin typeface="Arial"/>
                <a:ea typeface="Arial"/>
              </a:rPr>
              <a:t>按鈕 </a:t>
            </a:r>
            <a:r>
              <a:rPr b="0" lang="en-US" sz="2800" spc="-1" strike="noStrike">
                <a:solidFill>
                  <a:schemeClr val="dk1"/>
                </a:solidFill>
                <a:latin typeface="Arial"/>
                <a:ea typeface="Arial"/>
              </a:rPr>
              <a:t>interrupt </a:t>
            </a:r>
            <a:endParaRPr b="0" lang="en-US" sz="2800" spc="-1" strike="noStrike">
              <a:solidFill>
                <a:srgbClr val="000000"/>
              </a:solidFill>
              <a:latin typeface="Arial"/>
            </a:endParaRPr>
          </a:p>
        </p:txBody>
      </p:sp>
      <p:pic>
        <p:nvPicPr>
          <p:cNvPr id="87" name="Google Shape;210;p29" descr=""/>
          <p:cNvPicPr/>
          <p:nvPr/>
        </p:nvPicPr>
        <p:blipFill>
          <a:blip r:embed="rId1"/>
          <a:srcRect l="0" t="0" r="3576" b="0"/>
          <a:stretch/>
        </p:blipFill>
        <p:spPr>
          <a:xfrm>
            <a:off x="4653720" y="1978920"/>
            <a:ext cx="4489920" cy="2899800"/>
          </a:xfrm>
          <a:prstGeom prst="rect">
            <a:avLst/>
          </a:prstGeom>
          <a:ln w="0">
            <a:noFill/>
          </a:ln>
        </p:spPr>
      </p:pic>
      <p:sp>
        <p:nvSpPr>
          <p:cNvPr id="88" name="Google Shape;211;p29"/>
          <p:cNvSpPr/>
          <p:nvPr/>
        </p:nvSpPr>
        <p:spPr>
          <a:xfrm>
            <a:off x="4352400" y="666000"/>
            <a:ext cx="4709520" cy="1005480"/>
          </a:xfrm>
          <a:prstGeom prst="rect">
            <a:avLst/>
          </a:prstGeom>
          <a:noFill/>
          <a:ln w="0">
            <a:noFill/>
          </a:ln>
        </p:spPr>
        <p:style>
          <a:lnRef idx="0"/>
          <a:fillRef idx="0"/>
          <a:effectRef idx="0"/>
          <a:fontRef idx="minor"/>
        </p:style>
        <p:txBody>
          <a:bodyPr tIns="91440" bIns="91440" anchor="t">
            <a:spAutoFit/>
          </a:bodyPr>
          <a:p>
            <a:pPr>
              <a:lnSpc>
                <a:spcPct val="100000"/>
              </a:lnSpc>
              <a:tabLst>
                <a:tab algn="l" pos="0"/>
              </a:tabLst>
            </a:pPr>
            <a:r>
              <a:rPr b="0" lang="en-US" sz="1800" spc="-1" strike="noStrike">
                <a:solidFill>
                  <a:schemeClr val="dk2"/>
                </a:solidFill>
                <a:latin typeface="Arial"/>
                <a:ea typeface="Arial"/>
              </a:rPr>
              <a:t>button_isr function </a:t>
            </a:r>
            <a:r>
              <a:rPr b="0" lang="zh-TW" sz="1800" spc="-1" strike="noStrike">
                <a:solidFill>
                  <a:schemeClr val="dk2"/>
                </a:solidFill>
                <a:latin typeface="Arial"/>
                <a:ea typeface="Arial"/>
              </a:rPr>
              <a:t>使用去抖機制</a:t>
            </a:r>
            <a:endParaRPr b="0" lang="en-US" sz="1800" spc="-1" strike="noStrike">
              <a:solidFill>
                <a:srgbClr val="000000"/>
              </a:solidFill>
              <a:latin typeface="Arial"/>
            </a:endParaRPr>
          </a:p>
          <a:p>
            <a:pPr>
              <a:lnSpc>
                <a:spcPct val="100000"/>
              </a:lnSpc>
              <a:tabLst>
                <a:tab algn="l" pos="0"/>
              </a:tabLst>
            </a:pPr>
            <a:r>
              <a:rPr b="0" lang="zh-TW" sz="1800" spc="-1" strike="noStrike">
                <a:solidFill>
                  <a:schemeClr val="dk2"/>
                </a:solidFill>
                <a:latin typeface="Arial"/>
                <a:ea typeface="Arial"/>
              </a:rPr>
              <a:t>如果按下後會將 </a:t>
            </a:r>
            <a:r>
              <a:rPr b="0" lang="en-US" sz="1800" spc="-1" strike="noStrike">
                <a:solidFill>
                  <a:schemeClr val="dk2"/>
                </a:solidFill>
                <a:latin typeface="Arial"/>
                <a:ea typeface="Arial"/>
              </a:rPr>
              <a:t>btn_press </a:t>
            </a:r>
            <a:r>
              <a:rPr b="0" lang="zh-TW" sz="1800" spc="-1" strike="noStrike">
                <a:solidFill>
                  <a:schemeClr val="dk2"/>
                </a:solidFill>
                <a:latin typeface="Arial"/>
                <a:ea typeface="Arial"/>
              </a:rPr>
              <a:t>設成 </a:t>
            </a:r>
            <a:r>
              <a:rPr b="0" lang="en-US" sz="1800" spc="-1" strike="noStrike">
                <a:solidFill>
                  <a:schemeClr val="dk2"/>
                </a:solidFill>
                <a:latin typeface="Arial"/>
                <a:ea typeface="Arial"/>
              </a:rPr>
              <a:t>1, </a:t>
            </a:r>
            <a:r>
              <a:rPr b="0" lang="zh-TW" sz="1800" spc="-1" strike="noStrike">
                <a:solidFill>
                  <a:schemeClr val="dk2"/>
                </a:solidFill>
                <a:latin typeface="Arial"/>
                <a:ea typeface="Arial"/>
              </a:rPr>
              <a:t>並啟動</a:t>
            </a:r>
            <a:r>
              <a:rPr b="0" lang="en-US" sz="1800" spc="-1" strike="noStrike">
                <a:solidFill>
                  <a:schemeClr val="dk2"/>
                </a:solidFill>
                <a:latin typeface="Arial"/>
                <a:ea typeface="Arial"/>
              </a:rPr>
              <a:t>Read </a:t>
            </a:r>
            <a:r>
              <a:rPr b="0" lang="zh-TW" sz="1800" spc="-1" strike="noStrike">
                <a:solidFill>
                  <a:schemeClr val="dk2"/>
                </a:solidFill>
                <a:latin typeface="Arial"/>
                <a:ea typeface="Arial"/>
              </a:rPr>
              <a:t>的 </a:t>
            </a:r>
            <a:r>
              <a:rPr b="0" lang="en-US" sz="1800" spc="-1" strike="noStrike">
                <a:solidFill>
                  <a:schemeClr val="dk2"/>
                </a:solidFill>
                <a:latin typeface="Arial"/>
                <a:ea typeface="Arial"/>
              </a:rPr>
              <a:t>block wait </a:t>
            </a:r>
            <a:endParaRPr b="0" lang="en-US" sz="1800" spc="-1" strike="noStrike">
              <a:solidFill>
                <a:srgbClr val="000000"/>
              </a:solidFill>
              <a:latin typeface="Arial"/>
            </a:endParaRPr>
          </a:p>
        </p:txBody>
      </p:sp>
      <p:pic>
        <p:nvPicPr>
          <p:cNvPr id="89" name="Google Shape;212;p29" descr=""/>
          <p:cNvPicPr/>
          <p:nvPr/>
        </p:nvPicPr>
        <p:blipFill>
          <a:blip r:embed="rId2"/>
          <a:srcRect l="0" t="0" r="6208" b="0"/>
          <a:stretch/>
        </p:blipFill>
        <p:spPr>
          <a:xfrm>
            <a:off x="81720" y="2104200"/>
            <a:ext cx="4571640" cy="2192040"/>
          </a:xfrm>
          <a:prstGeom prst="rect">
            <a:avLst/>
          </a:prstGeom>
          <a:ln w="0">
            <a:noFill/>
          </a:ln>
        </p:spPr>
      </p:pic>
      <p:sp>
        <p:nvSpPr>
          <p:cNvPr id="90" name="Google Shape;213;p29"/>
          <p:cNvSpPr/>
          <p:nvPr/>
        </p:nvSpPr>
        <p:spPr>
          <a:xfrm>
            <a:off x="12600" y="794160"/>
            <a:ext cx="4246200" cy="1279800"/>
          </a:xfrm>
          <a:prstGeom prst="rect">
            <a:avLst/>
          </a:prstGeom>
          <a:noFill/>
          <a:ln w="0">
            <a:noFill/>
          </a:ln>
        </p:spPr>
        <p:style>
          <a:lnRef idx="0"/>
          <a:fillRef idx="0"/>
          <a:effectRef idx="0"/>
          <a:fontRef idx="minor"/>
        </p:style>
        <p:txBody>
          <a:bodyPr tIns="91440" bIns="91440" anchor="t">
            <a:spAutoFit/>
          </a:bodyPr>
          <a:p>
            <a:pPr>
              <a:lnSpc>
                <a:spcPct val="100000"/>
              </a:lnSpc>
              <a:tabLst>
                <a:tab algn="l" pos="0"/>
              </a:tabLst>
            </a:pPr>
            <a:r>
              <a:rPr b="0" lang="zh-TW" sz="1800" spc="-1" strike="noStrike">
                <a:solidFill>
                  <a:schemeClr val="dk2"/>
                </a:solidFill>
                <a:latin typeface="Arial"/>
                <a:ea typeface="Arial"/>
              </a:rPr>
              <a:t>使用者呼叫 </a:t>
            </a:r>
            <a:r>
              <a:rPr b="0" lang="en-US" sz="1800" spc="-1" strike="noStrike">
                <a:solidFill>
                  <a:schemeClr val="dk2"/>
                </a:solidFill>
                <a:latin typeface="Arial"/>
                <a:ea typeface="Arial"/>
              </a:rPr>
              <a:t>read </a:t>
            </a:r>
            <a:r>
              <a:rPr b="0" lang="zh-TW" sz="1800" spc="-1" strike="noStrike">
                <a:solidFill>
                  <a:schemeClr val="dk2"/>
                </a:solidFill>
                <a:latin typeface="Arial"/>
                <a:ea typeface="Arial"/>
              </a:rPr>
              <a:t>之後</a:t>
            </a:r>
            <a:r>
              <a:rPr b="0" lang="en-US" sz="1800" spc="-1" strike="noStrike">
                <a:solidFill>
                  <a:schemeClr val="dk2"/>
                </a:solidFill>
                <a:latin typeface="Arial"/>
                <a:ea typeface="Arial"/>
              </a:rPr>
              <a:t>, </a:t>
            </a:r>
            <a:r>
              <a:rPr b="0" lang="zh-TW" sz="1800" spc="-1" strike="noStrike">
                <a:solidFill>
                  <a:schemeClr val="dk2"/>
                </a:solidFill>
                <a:latin typeface="Arial"/>
                <a:ea typeface="Arial"/>
              </a:rPr>
              <a:t>如果</a:t>
            </a:r>
            <a:r>
              <a:rPr b="0" lang="en-US" sz="1800" spc="-1" strike="noStrike">
                <a:solidFill>
                  <a:schemeClr val="dk2"/>
                </a:solidFill>
                <a:latin typeface="Arial"/>
                <a:ea typeface="Arial"/>
              </a:rPr>
              <a:t>btn_pressed</a:t>
            </a:r>
            <a:endParaRPr b="0" lang="en-US" sz="1800" spc="-1" strike="noStrike">
              <a:solidFill>
                <a:srgbClr val="000000"/>
              </a:solidFill>
              <a:latin typeface="Arial"/>
            </a:endParaRPr>
          </a:p>
          <a:p>
            <a:pPr>
              <a:lnSpc>
                <a:spcPct val="100000"/>
              </a:lnSpc>
              <a:tabLst>
                <a:tab algn="l" pos="0"/>
              </a:tabLst>
            </a:pPr>
            <a:r>
              <a:rPr b="0" lang="zh-TW" sz="1800" spc="-1" strike="noStrike">
                <a:solidFill>
                  <a:schemeClr val="dk2"/>
                </a:solidFill>
                <a:latin typeface="Arial"/>
                <a:ea typeface="Arial"/>
              </a:rPr>
              <a:t>為</a:t>
            </a:r>
            <a:r>
              <a:rPr b="0" lang="en-US" sz="1800" spc="-1" strike="noStrike">
                <a:solidFill>
                  <a:schemeClr val="dk2"/>
                </a:solidFill>
                <a:latin typeface="Arial"/>
                <a:ea typeface="Arial"/>
              </a:rPr>
              <a:t>0, </a:t>
            </a:r>
            <a:r>
              <a:rPr b="0" lang="zh-TW" sz="1800" spc="-1" strike="noStrike">
                <a:solidFill>
                  <a:schemeClr val="dk2"/>
                </a:solidFill>
                <a:latin typeface="Arial"/>
                <a:ea typeface="Arial"/>
              </a:rPr>
              <a:t>會</a:t>
            </a:r>
            <a:r>
              <a:rPr b="0" lang="en-US" sz="1800" spc="-1" strike="noStrike">
                <a:solidFill>
                  <a:schemeClr val="dk2"/>
                </a:solidFill>
                <a:latin typeface="Arial"/>
                <a:ea typeface="Arial"/>
              </a:rPr>
              <a:t>block wait, </a:t>
            </a:r>
            <a:r>
              <a:rPr b="0" lang="zh-TW" sz="1800" spc="-1" strike="noStrike">
                <a:solidFill>
                  <a:schemeClr val="dk2"/>
                </a:solidFill>
                <a:latin typeface="Arial"/>
                <a:ea typeface="Arial"/>
              </a:rPr>
              <a:t>直到按鈕按下再回傳 “</a:t>
            </a:r>
            <a:r>
              <a:rPr b="0" lang="en-US" sz="1800" spc="-1" strike="noStrike">
                <a:solidFill>
                  <a:schemeClr val="dk2"/>
                </a:solidFill>
                <a:latin typeface="Arial"/>
                <a:ea typeface="Arial"/>
              </a:rPr>
              <a:t>BTN:1” </a:t>
            </a:r>
            <a:r>
              <a:rPr b="0" lang="zh-TW" sz="1800" spc="-1" strike="noStrike">
                <a:solidFill>
                  <a:schemeClr val="dk2"/>
                </a:solidFill>
                <a:latin typeface="Arial"/>
                <a:ea typeface="Arial"/>
              </a:rPr>
              <a:t>給使用者</a:t>
            </a:r>
            <a:endParaRPr b="0" lang="en-US" sz="180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15.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91" name="PlaceHolder 1"/>
          <p:cNvSpPr>
            <a:spLocks noGrp="1"/>
          </p:cNvSpPr>
          <p:nvPr>
            <p:ph type="title"/>
          </p:nvPr>
        </p:nvSpPr>
        <p:spPr>
          <a:xfrm>
            <a:off x="311760" y="444960"/>
            <a:ext cx="8520120" cy="572400"/>
          </a:xfrm>
          <a:prstGeom prst="rect">
            <a:avLst/>
          </a:prstGeom>
          <a:noFill/>
          <a:ln w="0">
            <a:noFill/>
          </a:ln>
        </p:spPr>
        <p:txBody>
          <a:bodyPr lIns="91440" rIns="91440" tIns="91440" bIns="91440" anchor="t">
            <a:normAutofit fontScale="93550"/>
          </a:bodyPr>
          <a:p>
            <a:pPr indent="0">
              <a:lnSpc>
                <a:spcPct val="100000"/>
              </a:lnSpc>
              <a:buNone/>
              <a:tabLst>
                <a:tab algn="l" pos="0"/>
              </a:tabLst>
            </a:pPr>
            <a:r>
              <a:rPr b="0" lang="zh-TW" sz="2800" spc="-1" strike="noStrike">
                <a:solidFill>
                  <a:schemeClr val="dk1"/>
                </a:solidFill>
                <a:latin typeface="Arial"/>
                <a:ea typeface="Arial"/>
              </a:rPr>
              <a:t>細部設計</a:t>
            </a:r>
            <a:r>
              <a:rPr b="0" lang="en-US" sz="2800" spc="-1" strike="noStrike">
                <a:solidFill>
                  <a:schemeClr val="dk1"/>
                </a:solidFill>
                <a:latin typeface="Arial"/>
                <a:ea typeface="Arial"/>
              </a:rPr>
              <a:t>: waiting queue</a:t>
            </a:r>
            <a:endParaRPr b="0" lang="en-US" sz="2800" spc="-1" strike="noStrike">
              <a:solidFill>
                <a:srgbClr val="000000"/>
              </a:solidFill>
              <a:latin typeface="Arial"/>
            </a:endParaRPr>
          </a:p>
        </p:txBody>
      </p:sp>
      <p:pic>
        <p:nvPicPr>
          <p:cNvPr id="92" name="Google Shape;219;p30" descr=""/>
          <p:cNvPicPr/>
          <p:nvPr/>
        </p:nvPicPr>
        <p:blipFill>
          <a:blip r:embed="rId1"/>
          <a:stretch/>
        </p:blipFill>
        <p:spPr>
          <a:xfrm>
            <a:off x="4521600" y="540720"/>
            <a:ext cx="3864600" cy="3166200"/>
          </a:xfrm>
          <a:prstGeom prst="rect">
            <a:avLst/>
          </a:prstGeom>
          <a:ln w="0">
            <a:noFill/>
          </a:ln>
        </p:spPr>
      </p:pic>
      <p:sp>
        <p:nvSpPr>
          <p:cNvPr id="93" name="Google Shape;220;p30"/>
          <p:cNvSpPr/>
          <p:nvPr/>
        </p:nvSpPr>
        <p:spPr>
          <a:xfrm>
            <a:off x="187560" y="1530720"/>
            <a:ext cx="4709520" cy="1279800"/>
          </a:xfrm>
          <a:prstGeom prst="rect">
            <a:avLst/>
          </a:prstGeom>
          <a:noFill/>
          <a:ln w="0">
            <a:noFill/>
          </a:ln>
        </p:spPr>
        <p:style>
          <a:lnRef idx="0"/>
          <a:fillRef idx="0"/>
          <a:effectRef idx="0"/>
          <a:fontRef idx="minor"/>
        </p:style>
        <p:txBody>
          <a:bodyPr tIns="91440" bIns="91440" anchor="t">
            <a:spAutoFit/>
          </a:bodyPr>
          <a:p>
            <a:pPr>
              <a:lnSpc>
                <a:spcPct val="100000"/>
              </a:lnSpc>
              <a:tabLst>
                <a:tab algn="l" pos="0"/>
              </a:tabLst>
            </a:pPr>
            <a:r>
              <a:rPr b="0" lang="zh-TW" sz="1800" spc="-1" strike="noStrike">
                <a:solidFill>
                  <a:schemeClr val="dk2"/>
                </a:solidFill>
                <a:latin typeface="Arial"/>
                <a:ea typeface="Arial"/>
              </a:rPr>
              <a:t>一個簡單的 </a:t>
            </a:r>
            <a:r>
              <a:rPr b="0" lang="en-US" sz="1800" spc="-1" strike="noStrike">
                <a:solidFill>
                  <a:schemeClr val="dk2"/>
                </a:solidFill>
                <a:latin typeface="Arial"/>
                <a:ea typeface="Arial"/>
              </a:rPr>
              <a:t>waiting queue  </a:t>
            </a:r>
            <a:endParaRPr b="0" lang="en-US" sz="1800" spc="-1" strike="noStrike">
              <a:solidFill>
                <a:srgbClr val="000000"/>
              </a:solidFill>
              <a:latin typeface="Arial"/>
            </a:endParaRPr>
          </a:p>
          <a:p>
            <a:pPr>
              <a:lnSpc>
                <a:spcPct val="100000"/>
              </a:lnSpc>
              <a:tabLst>
                <a:tab algn="l" pos="0"/>
              </a:tabLst>
            </a:pPr>
            <a:r>
              <a:rPr b="0" lang="en-US" sz="1800" spc="-1" strike="noStrike">
                <a:solidFill>
                  <a:schemeClr val="dk2"/>
                </a:solidFill>
                <a:latin typeface="Arial"/>
                <a:ea typeface="Arial"/>
              </a:rPr>
              <a:t>reserve </a:t>
            </a:r>
            <a:r>
              <a:rPr b="0" lang="zh-TW" sz="1800" spc="-1" strike="noStrike">
                <a:solidFill>
                  <a:schemeClr val="dk2"/>
                </a:solidFill>
                <a:latin typeface="Arial"/>
                <a:ea typeface="Arial"/>
              </a:rPr>
              <a:t>如果所有房間都是滿的  </a:t>
            </a:r>
            <a:endParaRPr b="0" lang="en-US" sz="1800" spc="-1" strike="noStrike">
              <a:solidFill>
                <a:srgbClr val="000000"/>
              </a:solidFill>
              <a:latin typeface="Arial"/>
            </a:endParaRPr>
          </a:p>
          <a:p>
            <a:pPr>
              <a:lnSpc>
                <a:spcPct val="100000"/>
              </a:lnSpc>
              <a:tabLst>
                <a:tab algn="l" pos="0"/>
              </a:tabLst>
            </a:pPr>
            <a:r>
              <a:rPr b="0" lang="zh-TW" sz="1800" spc="-1" strike="noStrike">
                <a:solidFill>
                  <a:schemeClr val="dk2"/>
                </a:solidFill>
                <a:latin typeface="Arial"/>
                <a:ea typeface="Arial"/>
              </a:rPr>
              <a:t>就會把該名使用者加入 </a:t>
            </a:r>
            <a:r>
              <a:rPr b="0" lang="en-US" sz="1800" spc="-1" strike="noStrike">
                <a:solidFill>
                  <a:schemeClr val="dk2"/>
                </a:solidFill>
                <a:latin typeface="Arial"/>
                <a:ea typeface="Arial"/>
              </a:rPr>
              <a:t>wait queue</a:t>
            </a:r>
            <a:endParaRPr b="0" lang="en-US" sz="1800" spc="-1" strike="noStrike">
              <a:solidFill>
                <a:srgbClr val="000000"/>
              </a:solidFill>
              <a:latin typeface="Arial"/>
            </a:endParaRPr>
          </a:p>
          <a:p>
            <a:pPr>
              <a:lnSpc>
                <a:spcPct val="100000"/>
              </a:lnSpc>
              <a:tabLst>
                <a:tab algn="l" pos="0"/>
              </a:tabLst>
            </a:pPr>
            <a:r>
              <a:rPr b="0" lang="en-US" sz="1800" spc="-1" strike="noStrike">
                <a:solidFill>
                  <a:schemeClr val="dk2"/>
                </a:solidFill>
                <a:latin typeface="Arial"/>
                <a:ea typeface="Arial"/>
              </a:rPr>
              <a:t>FIFO, </a:t>
            </a:r>
            <a:r>
              <a:rPr b="0" lang="zh-TW" sz="1800" spc="-1" strike="noStrike">
                <a:solidFill>
                  <a:schemeClr val="dk2"/>
                </a:solidFill>
                <a:latin typeface="Arial"/>
                <a:ea typeface="Arial"/>
              </a:rPr>
              <a:t>等到房間空出後再加入</a:t>
            </a:r>
            <a:endParaRPr b="0" lang="en-US" sz="180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16.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94" name="PlaceHolder 1"/>
          <p:cNvSpPr>
            <a:spLocks noGrp="1"/>
          </p:cNvSpPr>
          <p:nvPr>
            <p:ph type="title"/>
          </p:nvPr>
        </p:nvSpPr>
        <p:spPr>
          <a:xfrm>
            <a:off x="311760" y="444960"/>
            <a:ext cx="8520120" cy="572400"/>
          </a:xfrm>
          <a:prstGeom prst="rect">
            <a:avLst/>
          </a:prstGeom>
          <a:noFill/>
          <a:ln w="0">
            <a:noFill/>
          </a:ln>
        </p:spPr>
        <p:txBody>
          <a:bodyPr lIns="91440" rIns="91440" tIns="91440" bIns="91440" anchor="t">
            <a:normAutofit fontScale="93550"/>
          </a:bodyPr>
          <a:p>
            <a:pPr indent="0">
              <a:lnSpc>
                <a:spcPct val="100000"/>
              </a:lnSpc>
              <a:buNone/>
              <a:tabLst>
                <a:tab algn="l" pos="0"/>
              </a:tabLst>
            </a:pPr>
            <a:r>
              <a:rPr b="0" lang="zh-TW" sz="2800" spc="-1" strike="noStrike">
                <a:solidFill>
                  <a:schemeClr val="dk1"/>
                </a:solidFill>
                <a:latin typeface="Arial"/>
                <a:ea typeface="Arial"/>
              </a:rPr>
              <a:t>細部設計</a:t>
            </a:r>
            <a:r>
              <a:rPr b="0" lang="en-US" sz="2800" spc="-1" strike="noStrike">
                <a:solidFill>
                  <a:schemeClr val="dk1"/>
                </a:solidFill>
                <a:latin typeface="Arial"/>
                <a:ea typeface="Arial"/>
              </a:rPr>
              <a:t>: waiting queue</a:t>
            </a:r>
            <a:endParaRPr b="0" lang="en-US" sz="2800" spc="-1" strike="noStrike">
              <a:solidFill>
                <a:srgbClr val="000000"/>
              </a:solidFill>
              <a:latin typeface="Arial"/>
            </a:endParaRPr>
          </a:p>
        </p:txBody>
      </p:sp>
      <p:pic>
        <p:nvPicPr>
          <p:cNvPr id="95" name="Google Shape;226;p31" descr=""/>
          <p:cNvPicPr/>
          <p:nvPr/>
        </p:nvPicPr>
        <p:blipFill>
          <a:blip r:embed="rId1"/>
          <a:stretch/>
        </p:blipFill>
        <p:spPr>
          <a:xfrm>
            <a:off x="4572000" y="199080"/>
            <a:ext cx="4492440" cy="1452600"/>
          </a:xfrm>
          <a:prstGeom prst="rect">
            <a:avLst/>
          </a:prstGeom>
          <a:ln w="0">
            <a:noFill/>
          </a:ln>
        </p:spPr>
      </p:pic>
      <p:sp>
        <p:nvSpPr>
          <p:cNvPr id="96" name="Google Shape;227;p31"/>
          <p:cNvSpPr/>
          <p:nvPr/>
        </p:nvSpPr>
        <p:spPr>
          <a:xfrm>
            <a:off x="0" y="1131840"/>
            <a:ext cx="4206960" cy="1005480"/>
          </a:xfrm>
          <a:prstGeom prst="rect">
            <a:avLst/>
          </a:prstGeom>
          <a:noFill/>
          <a:ln w="0">
            <a:noFill/>
          </a:ln>
        </p:spPr>
        <p:style>
          <a:lnRef idx="0"/>
          <a:fillRef idx="0"/>
          <a:effectRef idx="0"/>
          <a:fontRef idx="minor"/>
        </p:style>
        <p:txBody>
          <a:bodyPr tIns="91440" bIns="91440" anchor="t">
            <a:spAutoFit/>
          </a:bodyPr>
          <a:p>
            <a:pPr>
              <a:lnSpc>
                <a:spcPct val="100000"/>
              </a:lnSpc>
              <a:tabLst>
                <a:tab algn="l" pos="0"/>
              </a:tabLst>
            </a:pPr>
            <a:r>
              <a:rPr b="0" lang="zh-TW" sz="1800" spc="-1" strike="noStrike">
                <a:solidFill>
                  <a:schemeClr val="dk2"/>
                </a:solidFill>
                <a:latin typeface="Arial"/>
                <a:ea typeface="Arial"/>
              </a:rPr>
              <a:t>房間都是滿的情況下</a:t>
            </a:r>
            <a:r>
              <a:rPr b="0" lang="en-US" sz="1800" spc="-1" strike="noStrike">
                <a:solidFill>
                  <a:schemeClr val="dk2"/>
                </a:solidFill>
                <a:latin typeface="Arial"/>
                <a:ea typeface="Arial"/>
              </a:rPr>
              <a:t>, Jame(555),Jenny(444) </a:t>
            </a:r>
            <a:r>
              <a:rPr b="0" lang="zh-TW" sz="1800" spc="-1" strike="noStrike">
                <a:solidFill>
                  <a:schemeClr val="dk2"/>
                </a:solidFill>
                <a:latin typeface="Arial"/>
                <a:ea typeface="Arial"/>
              </a:rPr>
              <a:t>預約房間</a:t>
            </a:r>
            <a:r>
              <a:rPr b="0" lang="en-US" sz="1800" spc="-1" strike="noStrike">
                <a:solidFill>
                  <a:schemeClr val="dk2"/>
                </a:solidFill>
                <a:latin typeface="Arial"/>
                <a:ea typeface="Arial"/>
              </a:rPr>
              <a:t>0 </a:t>
            </a:r>
            <a:r>
              <a:rPr b="0" lang="zh-TW" sz="1800" spc="-1" strike="noStrike">
                <a:solidFill>
                  <a:schemeClr val="dk2"/>
                </a:solidFill>
                <a:latin typeface="Arial"/>
                <a:ea typeface="Arial"/>
              </a:rPr>
              <a:t>會被加入 </a:t>
            </a:r>
            <a:r>
              <a:rPr b="0" lang="en-US" sz="1800" spc="-1" strike="noStrike">
                <a:solidFill>
                  <a:schemeClr val="dk2"/>
                </a:solidFill>
                <a:latin typeface="Arial"/>
                <a:ea typeface="Arial"/>
              </a:rPr>
              <a:t>waiting queue </a:t>
            </a:r>
            <a:endParaRPr b="0" lang="en-US" sz="1800" spc="-1" strike="noStrike">
              <a:solidFill>
                <a:srgbClr val="000000"/>
              </a:solidFill>
              <a:latin typeface="Arial"/>
            </a:endParaRPr>
          </a:p>
        </p:txBody>
      </p:sp>
      <p:pic>
        <p:nvPicPr>
          <p:cNvPr id="97" name="Google Shape;228;p31" descr=""/>
          <p:cNvPicPr/>
          <p:nvPr/>
        </p:nvPicPr>
        <p:blipFill>
          <a:blip r:embed="rId2"/>
          <a:stretch/>
        </p:blipFill>
        <p:spPr>
          <a:xfrm>
            <a:off x="4354920" y="1702440"/>
            <a:ext cx="4709520" cy="1522800"/>
          </a:xfrm>
          <a:prstGeom prst="rect">
            <a:avLst/>
          </a:prstGeom>
          <a:ln w="0">
            <a:noFill/>
          </a:ln>
        </p:spPr>
      </p:pic>
      <p:pic>
        <p:nvPicPr>
          <p:cNvPr id="98" name="Google Shape;229;p31" descr=""/>
          <p:cNvPicPr/>
          <p:nvPr/>
        </p:nvPicPr>
        <p:blipFill>
          <a:blip r:embed="rId3"/>
          <a:stretch/>
        </p:blipFill>
        <p:spPr>
          <a:xfrm>
            <a:off x="3939120" y="3341520"/>
            <a:ext cx="5204520" cy="1612440"/>
          </a:xfrm>
          <a:prstGeom prst="rect">
            <a:avLst/>
          </a:prstGeom>
          <a:ln w="0">
            <a:noFill/>
          </a:ln>
        </p:spPr>
      </p:pic>
      <p:sp>
        <p:nvSpPr>
          <p:cNvPr id="99" name="Google Shape;230;p31"/>
          <p:cNvSpPr/>
          <p:nvPr/>
        </p:nvSpPr>
        <p:spPr>
          <a:xfrm>
            <a:off x="0" y="2571840"/>
            <a:ext cx="4570920" cy="731160"/>
          </a:xfrm>
          <a:prstGeom prst="rect">
            <a:avLst/>
          </a:prstGeom>
          <a:noFill/>
          <a:ln w="0">
            <a:noFill/>
          </a:ln>
        </p:spPr>
        <p:style>
          <a:lnRef idx="0"/>
          <a:fillRef idx="0"/>
          <a:effectRef idx="0"/>
          <a:fontRef idx="minor"/>
        </p:style>
        <p:txBody>
          <a:bodyPr tIns="91440" bIns="91440" anchor="t">
            <a:spAutoFit/>
          </a:bodyPr>
          <a:p>
            <a:pPr>
              <a:lnSpc>
                <a:spcPct val="100000"/>
              </a:lnSpc>
              <a:tabLst>
                <a:tab algn="l" pos="0"/>
              </a:tabLst>
            </a:pPr>
            <a:r>
              <a:rPr b="0" lang="zh-TW" sz="1800" spc="-1" strike="noStrike">
                <a:solidFill>
                  <a:schemeClr val="dk2"/>
                </a:solidFill>
                <a:latin typeface="Arial"/>
                <a:ea typeface="Arial"/>
              </a:rPr>
              <a:t>房間</a:t>
            </a:r>
            <a:r>
              <a:rPr b="0" lang="en-US" sz="1800" spc="-1" strike="noStrike">
                <a:solidFill>
                  <a:schemeClr val="dk2"/>
                </a:solidFill>
                <a:latin typeface="Arial"/>
                <a:ea typeface="Arial"/>
              </a:rPr>
              <a:t>0 </a:t>
            </a:r>
            <a:r>
              <a:rPr b="0" lang="zh-TW" sz="1800" spc="-1" strike="noStrike">
                <a:solidFill>
                  <a:schemeClr val="dk2"/>
                </a:solidFill>
                <a:latin typeface="Arial"/>
                <a:ea typeface="Arial"/>
              </a:rPr>
              <a:t>空了之後</a:t>
            </a:r>
            <a:r>
              <a:rPr b="0" lang="en-US" sz="1800" spc="-1" strike="noStrike">
                <a:solidFill>
                  <a:schemeClr val="dk2"/>
                </a:solidFill>
                <a:latin typeface="Arial"/>
                <a:ea typeface="Arial"/>
              </a:rPr>
              <a:t>, Jame(555) </a:t>
            </a:r>
            <a:r>
              <a:rPr b="0" lang="zh-TW" sz="1800" spc="-1" strike="noStrike">
                <a:solidFill>
                  <a:schemeClr val="dk2"/>
                </a:solidFill>
                <a:latin typeface="Arial"/>
                <a:ea typeface="Arial"/>
              </a:rPr>
              <a:t>從</a:t>
            </a:r>
            <a:r>
              <a:rPr b="0" lang="en-US" sz="1800" spc="-1" strike="noStrike">
                <a:solidFill>
                  <a:schemeClr val="dk2"/>
                </a:solidFill>
                <a:latin typeface="Arial"/>
                <a:ea typeface="Arial"/>
              </a:rPr>
              <a:t>waiting </a:t>
            </a:r>
            <a:endParaRPr b="0" lang="en-US" sz="1800" spc="-1" strike="noStrike">
              <a:solidFill>
                <a:srgbClr val="000000"/>
              </a:solidFill>
              <a:latin typeface="Arial"/>
            </a:endParaRPr>
          </a:p>
          <a:p>
            <a:pPr>
              <a:lnSpc>
                <a:spcPct val="100000"/>
              </a:lnSpc>
              <a:tabLst>
                <a:tab algn="l" pos="0"/>
              </a:tabLst>
            </a:pPr>
            <a:r>
              <a:rPr b="0" lang="en-US" sz="1800" spc="-1" strike="noStrike">
                <a:solidFill>
                  <a:schemeClr val="dk2"/>
                </a:solidFill>
                <a:latin typeface="Arial"/>
                <a:ea typeface="Arial"/>
              </a:rPr>
              <a:t>queue </a:t>
            </a:r>
            <a:r>
              <a:rPr b="0" lang="zh-TW" sz="1800" spc="-1" strike="noStrike">
                <a:solidFill>
                  <a:schemeClr val="dk2"/>
                </a:solidFill>
                <a:latin typeface="Arial"/>
                <a:ea typeface="Arial"/>
              </a:rPr>
              <a:t>中被 </a:t>
            </a:r>
            <a:r>
              <a:rPr b="0" lang="en-US" sz="1800" spc="-1" strike="noStrike">
                <a:solidFill>
                  <a:schemeClr val="dk2"/>
                </a:solidFill>
                <a:latin typeface="Arial"/>
                <a:ea typeface="Arial"/>
              </a:rPr>
              <a:t>deque </a:t>
            </a:r>
            <a:r>
              <a:rPr b="0" lang="zh-TW" sz="1800" spc="-1" strike="noStrike">
                <a:solidFill>
                  <a:schemeClr val="dk2"/>
                </a:solidFill>
                <a:latin typeface="Arial"/>
                <a:ea typeface="Arial"/>
              </a:rPr>
              <a:t>並進入 </a:t>
            </a:r>
            <a:r>
              <a:rPr b="0" lang="en-US" sz="1800" spc="-1" strike="noStrike">
                <a:solidFill>
                  <a:schemeClr val="dk2"/>
                </a:solidFill>
                <a:latin typeface="Arial"/>
                <a:ea typeface="Arial"/>
              </a:rPr>
              <a:t>reserve </a:t>
            </a:r>
            <a:r>
              <a:rPr b="0" lang="zh-TW" sz="1800" spc="-1" strike="noStrike">
                <a:solidFill>
                  <a:schemeClr val="dk2"/>
                </a:solidFill>
                <a:latin typeface="Arial"/>
                <a:ea typeface="Arial"/>
              </a:rPr>
              <a:t>狀態</a:t>
            </a:r>
            <a:endParaRPr b="0" lang="en-US" sz="180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17.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00" name="PlaceHolder 1"/>
          <p:cNvSpPr>
            <a:spLocks noGrp="1"/>
          </p:cNvSpPr>
          <p:nvPr>
            <p:ph type="title"/>
          </p:nvPr>
        </p:nvSpPr>
        <p:spPr>
          <a:xfrm>
            <a:off x="193320" y="191160"/>
            <a:ext cx="8520120" cy="572400"/>
          </a:xfrm>
          <a:prstGeom prst="rect">
            <a:avLst/>
          </a:prstGeom>
          <a:noFill/>
          <a:ln w="0">
            <a:noFill/>
          </a:ln>
        </p:spPr>
        <p:txBody>
          <a:bodyPr lIns="91440" rIns="91440" tIns="91440" bIns="91440" anchor="t">
            <a:normAutofit fontScale="93550"/>
          </a:bodyPr>
          <a:p>
            <a:pPr indent="0">
              <a:lnSpc>
                <a:spcPct val="100000"/>
              </a:lnSpc>
              <a:buNone/>
              <a:tabLst>
                <a:tab algn="l" pos="0"/>
              </a:tabLst>
            </a:pPr>
            <a:r>
              <a:rPr b="0" lang="zh-TW" sz="2800" spc="-1" strike="noStrike">
                <a:solidFill>
                  <a:schemeClr val="dk1"/>
                </a:solidFill>
                <a:latin typeface="Arial"/>
                <a:ea typeface="Arial"/>
              </a:rPr>
              <a:t>細部設計  </a:t>
            </a:r>
            <a:r>
              <a:rPr b="0" lang="en-US" sz="2800" spc="-1" strike="noStrike">
                <a:solidFill>
                  <a:schemeClr val="dk1"/>
                </a:solidFill>
                <a:latin typeface="Arial"/>
                <a:ea typeface="Arial"/>
              </a:rPr>
              <a:t>semaphore </a:t>
            </a:r>
            <a:endParaRPr b="0" lang="en-US" sz="2800" spc="-1" strike="noStrike">
              <a:solidFill>
                <a:srgbClr val="000000"/>
              </a:solidFill>
              <a:latin typeface="Arial"/>
            </a:endParaRPr>
          </a:p>
        </p:txBody>
      </p:sp>
      <p:sp>
        <p:nvSpPr>
          <p:cNvPr id="101" name="PlaceHolder 2"/>
          <p:cNvSpPr>
            <a:spLocks noGrp="1"/>
          </p:cNvSpPr>
          <p:nvPr>
            <p:ph/>
          </p:nvPr>
        </p:nvSpPr>
        <p:spPr>
          <a:xfrm>
            <a:off x="311760" y="763920"/>
            <a:ext cx="8520120" cy="1013760"/>
          </a:xfrm>
          <a:prstGeom prst="rect">
            <a:avLst/>
          </a:prstGeom>
          <a:noFill/>
          <a:ln w="0">
            <a:noFill/>
          </a:ln>
        </p:spPr>
        <p:txBody>
          <a:bodyPr lIns="91440" rIns="91440" tIns="91440" bIns="91440" anchor="t">
            <a:normAutofit/>
          </a:bodyPr>
          <a:p>
            <a:pPr indent="0">
              <a:lnSpc>
                <a:spcPct val="115000"/>
              </a:lnSpc>
              <a:buNone/>
              <a:tabLst>
                <a:tab algn="l" pos="0"/>
              </a:tabLst>
            </a:pPr>
            <a:r>
              <a:rPr b="0" lang="zh-TW" sz="1800" spc="-1" strike="noStrike">
                <a:solidFill>
                  <a:schemeClr val="dk2"/>
                </a:solidFill>
                <a:latin typeface="Arial"/>
                <a:ea typeface="Arial"/>
              </a:rPr>
              <a:t>使用 </a:t>
            </a:r>
            <a:r>
              <a:rPr b="0" lang="en-US" sz="1800" spc="-1" strike="noStrike">
                <a:solidFill>
                  <a:schemeClr val="dk2"/>
                </a:solidFill>
                <a:latin typeface="Arial"/>
                <a:ea typeface="Arial"/>
              </a:rPr>
              <a:t>mutex_lock</a:t>
            </a:r>
            <a:r>
              <a:rPr b="0" lang="zh-TW" sz="1800" spc="-1" strike="noStrike">
                <a:solidFill>
                  <a:schemeClr val="dk2"/>
                </a:solidFill>
                <a:latin typeface="Arial"/>
                <a:ea typeface="Arial"/>
              </a:rPr>
              <a:t>避免多個</a:t>
            </a:r>
            <a:r>
              <a:rPr b="0" lang="en-US" sz="1800" spc="-1" strike="noStrike">
                <a:solidFill>
                  <a:schemeClr val="dk2"/>
                </a:solidFill>
                <a:latin typeface="Arial"/>
                <a:ea typeface="Arial"/>
              </a:rPr>
              <a:t>thread (</a:t>
            </a:r>
            <a:r>
              <a:rPr b="0" lang="zh-TW" sz="1800" spc="-1" strike="noStrike">
                <a:solidFill>
                  <a:schemeClr val="dk2"/>
                </a:solidFill>
                <a:latin typeface="Arial"/>
                <a:ea typeface="Arial"/>
              </a:rPr>
              <a:t>使用者</a:t>
            </a:r>
            <a:r>
              <a:rPr b="0" lang="en-US" sz="1800" spc="-1" strike="noStrike">
                <a:solidFill>
                  <a:schemeClr val="dk2"/>
                </a:solidFill>
                <a:latin typeface="Arial"/>
                <a:ea typeface="Arial"/>
              </a:rPr>
              <a:t>)</a:t>
            </a:r>
            <a:r>
              <a:rPr b="0" lang="zh-TW" sz="1800" spc="-1" strike="noStrike">
                <a:solidFill>
                  <a:schemeClr val="dk2"/>
                </a:solidFill>
                <a:latin typeface="Arial"/>
                <a:ea typeface="Arial"/>
              </a:rPr>
              <a:t>存取房間狀態的時候 </a:t>
            </a:r>
            <a:r>
              <a:rPr b="0" lang="en-US" sz="1800" spc="-1" strike="noStrike">
                <a:solidFill>
                  <a:schemeClr val="dk2"/>
                </a:solidFill>
                <a:latin typeface="Arial"/>
                <a:ea typeface="Arial"/>
              </a:rPr>
              <a:t>race condition</a:t>
            </a:r>
            <a:endParaRPr b="0" lang="en-US" sz="1800" spc="-1" strike="noStrike">
              <a:solidFill>
                <a:srgbClr val="000000"/>
              </a:solidFill>
              <a:latin typeface="Arial"/>
            </a:endParaRPr>
          </a:p>
          <a:p>
            <a:pPr indent="0">
              <a:lnSpc>
                <a:spcPct val="115000"/>
              </a:lnSpc>
              <a:spcBef>
                <a:spcPts val="1199"/>
              </a:spcBef>
              <a:spcAft>
                <a:spcPts val="1199"/>
              </a:spcAft>
              <a:buNone/>
              <a:tabLst>
                <a:tab algn="l" pos="0"/>
              </a:tabLst>
            </a:pPr>
            <a:r>
              <a:rPr b="0" lang="en-US" sz="1800" spc="-1" strike="noStrike">
                <a:solidFill>
                  <a:schemeClr val="dk2"/>
                </a:solidFill>
                <a:latin typeface="Arial"/>
                <a:ea typeface="Arial"/>
              </a:rPr>
              <a:t>example : reserve_room</a:t>
            </a:r>
            <a:endParaRPr b="0" lang="en-US" sz="1800" spc="-1" strike="noStrike">
              <a:solidFill>
                <a:srgbClr val="000000"/>
              </a:solidFill>
              <a:latin typeface="Arial"/>
            </a:endParaRPr>
          </a:p>
        </p:txBody>
      </p:sp>
      <p:pic>
        <p:nvPicPr>
          <p:cNvPr id="102" name="Google Shape;237;p32" descr=""/>
          <p:cNvPicPr/>
          <p:nvPr/>
        </p:nvPicPr>
        <p:blipFill>
          <a:blip r:embed="rId1"/>
          <a:stretch/>
        </p:blipFill>
        <p:spPr>
          <a:xfrm>
            <a:off x="515160" y="1740600"/>
            <a:ext cx="5238000" cy="3297960"/>
          </a:xfrm>
          <a:prstGeom prst="rect">
            <a:avLst/>
          </a:prstGeom>
          <a:ln w="0">
            <a:noFill/>
          </a:ln>
        </p:spPr>
      </p:pic>
    </p:spTree>
  </p:cSld>
  <mc:AlternateContent>
    <mc:Choice Requires="p14">
      <p:transition spd="slow" p14:dur="2000"/>
    </mc:Choice>
    <mc:Fallback>
      <p:transition spd="slow"/>
    </mc:Fallback>
  </mc:AlternateContent>
</p:sld>
</file>

<file path=ppt/slides/slide18.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03" name="PlaceHolder 1"/>
          <p:cNvSpPr>
            <a:spLocks noGrp="1"/>
          </p:cNvSpPr>
          <p:nvPr>
            <p:ph type="title"/>
          </p:nvPr>
        </p:nvSpPr>
        <p:spPr>
          <a:xfrm>
            <a:off x="311760" y="444960"/>
            <a:ext cx="8520120" cy="572400"/>
          </a:xfrm>
          <a:prstGeom prst="rect">
            <a:avLst/>
          </a:prstGeom>
          <a:noFill/>
          <a:ln w="0">
            <a:noFill/>
          </a:ln>
        </p:spPr>
        <p:txBody>
          <a:bodyPr lIns="91440" rIns="91440" tIns="91440" bIns="91440" anchor="t">
            <a:normAutofit fontScale="93550"/>
          </a:bodyPr>
          <a:p>
            <a:pPr indent="0">
              <a:lnSpc>
                <a:spcPct val="100000"/>
              </a:lnSpc>
              <a:buNone/>
              <a:tabLst>
                <a:tab algn="l" pos="0"/>
              </a:tabLst>
            </a:pPr>
            <a:r>
              <a:rPr b="0" lang="zh-TW" sz="2800" spc="-1" strike="noStrike">
                <a:solidFill>
                  <a:schemeClr val="dk1"/>
                </a:solidFill>
                <a:latin typeface="Arial"/>
                <a:ea typeface="Arial"/>
              </a:rPr>
              <a:t>細部設計  </a:t>
            </a:r>
            <a:r>
              <a:rPr b="0" lang="en-US" sz="2800" spc="-1" strike="noStrike">
                <a:solidFill>
                  <a:schemeClr val="dk1"/>
                </a:solidFill>
                <a:latin typeface="Arial"/>
                <a:ea typeface="Arial"/>
              </a:rPr>
              <a:t>timer  </a:t>
            </a:r>
            <a:endParaRPr b="0" lang="en-US" sz="2800" spc="-1" strike="noStrike">
              <a:solidFill>
                <a:srgbClr val="000000"/>
              </a:solidFill>
              <a:latin typeface="Arial"/>
            </a:endParaRPr>
          </a:p>
        </p:txBody>
      </p:sp>
      <p:sp>
        <p:nvSpPr>
          <p:cNvPr id="104" name="PlaceHolder 2"/>
          <p:cNvSpPr>
            <a:spLocks noGrp="1"/>
          </p:cNvSpPr>
          <p:nvPr>
            <p:ph/>
          </p:nvPr>
        </p:nvSpPr>
        <p:spPr>
          <a:xfrm>
            <a:off x="311760" y="1152360"/>
            <a:ext cx="8520120" cy="3416040"/>
          </a:xfrm>
          <a:prstGeom prst="rect">
            <a:avLst/>
          </a:prstGeom>
          <a:noFill/>
          <a:ln w="0">
            <a:noFill/>
          </a:ln>
        </p:spPr>
        <p:txBody>
          <a:bodyPr lIns="91440" rIns="91440" tIns="91440" bIns="91440" anchor="t">
            <a:normAutofit/>
          </a:bodyPr>
          <a:p>
            <a:pPr indent="0">
              <a:lnSpc>
                <a:spcPct val="115000"/>
              </a:lnSpc>
              <a:buNone/>
              <a:tabLst>
                <a:tab algn="l" pos="0"/>
              </a:tabLst>
            </a:pPr>
            <a:r>
              <a:rPr b="0" lang="en-US" sz="1800" spc="-1" strike="noStrike">
                <a:solidFill>
                  <a:schemeClr val="dk2"/>
                </a:solidFill>
                <a:latin typeface="Arial"/>
                <a:ea typeface="Arial"/>
              </a:rPr>
              <a:t>volatile sig_atomic_t g_tick  // global tick counter</a:t>
            </a:r>
            <a:endParaRPr b="0" lang="en-US" sz="1800" spc="-1" strike="noStrike">
              <a:solidFill>
                <a:srgbClr val="000000"/>
              </a:solidFill>
              <a:latin typeface="Arial"/>
            </a:endParaRPr>
          </a:p>
          <a:p>
            <a:pPr indent="0">
              <a:lnSpc>
                <a:spcPct val="115000"/>
              </a:lnSpc>
              <a:spcBef>
                <a:spcPts val="1199"/>
              </a:spcBef>
              <a:buNone/>
              <a:tabLst>
                <a:tab algn="l" pos="0"/>
              </a:tabLst>
            </a:pPr>
            <a:r>
              <a:rPr b="0" lang="en-US" sz="1800" spc="-1" strike="noStrike">
                <a:solidFill>
                  <a:schemeClr val="dk2"/>
                </a:solidFill>
                <a:latin typeface="Arial"/>
                <a:ea typeface="Arial"/>
              </a:rPr>
              <a:t>tick_handler: 100ms </a:t>
            </a:r>
            <a:r>
              <a:rPr b="0" lang="zh-TW" sz="1800" spc="-1" strike="noStrike">
                <a:solidFill>
                  <a:schemeClr val="dk2"/>
                </a:solidFill>
                <a:latin typeface="Arial"/>
                <a:ea typeface="Arial"/>
              </a:rPr>
              <a:t>被呼叫一次</a:t>
            </a:r>
            <a:endParaRPr b="0" lang="en-US" sz="1800" spc="-1" strike="noStrike">
              <a:solidFill>
                <a:srgbClr val="000000"/>
              </a:solidFill>
              <a:latin typeface="Arial"/>
            </a:endParaRPr>
          </a:p>
          <a:p>
            <a:pPr indent="0">
              <a:lnSpc>
                <a:spcPct val="115000"/>
              </a:lnSpc>
              <a:spcBef>
                <a:spcPts val="1199"/>
              </a:spcBef>
              <a:buNone/>
              <a:tabLst>
                <a:tab algn="l" pos="0"/>
              </a:tabLst>
            </a:pPr>
            <a:endParaRPr b="0" lang="en-US" sz="1800" spc="-1" strike="noStrike">
              <a:solidFill>
                <a:srgbClr val="000000"/>
              </a:solidFill>
              <a:latin typeface="Arial"/>
            </a:endParaRPr>
          </a:p>
          <a:p>
            <a:pPr indent="0">
              <a:lnSpc>
                <a:spcPct val="115000"/>
              </a:lnSpc>
              <a:spcBef>
                <a:spcPts val="1199"/>
              </a:spcBef>
              <a:buNone/>
              <a:tabLst>
                <a:tab algn="l" pos="0"/>
              </a:tabLst>
            </a:pPr>
            <a:endParaRPr b="0" lang="en-US" sz="1800" spc="-1" strike="noStrike">
              <a:solidFill>
                <a:srgbClr val="000000"/>
              </a:solidFill>
              <a:latin typeface="Arial"/>
            </a:endParaRPr>
          </a:p>
          <a:p>
            <a:pPr indent="0">
              <a:lnSpc>
                <a:spcPct val="115000"/>
              </a:lnSpc>
              <a:spcBef>
                <a:spcPts val="1199"/>
              </a:spcBef>
              <a:spcAft>
                <a:spcPts val="1199"/>
              </a:spcAft>
              <a:buNone/>
              <a:tabLst>
                <a:tab algn="l" pos="0"/>
              </a:tabLst>
            </a:pPr>
            <a:r>
              <a:rPr b="0" lang="zh-TW" sz="1800" spc="-1" strike="noStrike">
                <a:solidFill>
                  <a:schemeClr val="dk2"/>
                </a:solidFill>
                <a:latin typeface="Arial"/>
                <a:ea typeface="Arial"/>
              </a:rPr>
              <a:t>使用 </a:t>
            </a:r>
            <a:r>
              <a:rPr b="0" lang="en-US" sz="1800" spc="-1" strike="noStrike">
                <a:solidFill>
                  <a:schemeClr val="dk2"/>
                </a:solidFill>
                <a:latin typeface="Arial"/>
                <a:ea typeface="Arial"/>
              </a:rPr>
              <a:t>ITIMER_REAL</a:t>
            </a:r>
            <a:endParaRPr b="0" lang="en-US" sz="1800" spc="-1" strike="noStrike">
              <a:solidFill>
                <a:srgbClr val="000000"/>
              </a:solidFill>
              <a:latin typeface="Arial"/>
            </a:endParaRPr>
          </a:p>
        </p:txBody>
      </p:sp>
      <p:pic>
        <p:nvPicPr>
          <p:cNvPr id="105" name="Google Shape;244;p33" descr=""/>
          <p:cNvPicPr/>
          <p:nvPr/>
        </p:nvPicPr>
        <p:blipFill>
          <a:blip r:embed="rId1"/>
          <a:stretch/>
        </p:blipFill>
        <p:spPr>
          <a:xfrm>
            <a:off x="311760" y="2050560"/>
            <a:ext cx="4483440" cy="998640"/>
          </a:xfrm>
          <a:prstGeom prst="rect">
            <a:avLst/>
          </a:prstGeom>
          <a:ln w="0">
            <a:noFill/>
          </a:ln>
        </p:spPr>
      </p:pic>
      <p:pic>
        <p:nvPicPr>
          <p:cNvPr id="106" name="Google Shape;245;p33" descr=""/>
          <p:cNvPicPr/>
          <p:nvPr/>
        </p:nvPicPr>
        <p:blipFill>
          <a:blip r:embed="rId2"/>
          <a:stretch/>
        </p:blipFill>
        <p:spPr>
          <a:xfrm>
            <a:off x="4522680" y="2050560"/>
            <a:ext cx="3819240" cy="771120"/>
          </a:xfrm>
          <a:prstGeom prst="rect">
            <a:avLst/>
          </a:prstGeom>
          <a:ln w="0">
            <a:noFill/>
          </a:ln>
        </p:spPr>
      </p:pic>
      <p:pic>
        <p:nvPicPr>
          <p:cNvPr id="107" name="Google Shape;246;p33" descr=""/>
          <p:cNvPicPr/>
          <p:nvPr/>
        </p:nvPicPr>
        <p:blipFill>
          <a:blip r:embed="rId3"/>
          <a:stretch/>
        </p:blipFill>
        <p:spPr>
          <a:xfrm>
            <a:off x="366840" y="3423960"/>
            <a:ext cx="6447960" cy="1104480"/>
          </a:xfrm>
          <a:prstGeom prst="rect">
            <a:avLst/>
          </a:prstGeom>
          <a:ln w="0">
            <a:noFill/>
          </a:ln>
        </p:spPr>
      </p:pic>
    </p:spTree>
  </p:cSld>
  <mc:AlternateContent>
    <mc:Choice Requires="p14">
      <p:transition spd="slow" p14:dur="2000"/>
    </mc:Choice>
    <mc:Fallback>
      <p:transition spd="slow"/>
    </mc:Fallback>
  </mc:AlternateContent>
</p:sld>
</file>

<file path=ppt/slides/slide19.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08" name="PlaceHolder 1"/>
          <p:cNvSpPr>
            <a:spLocks noGrp="1"/>
          </p:cNvSpPr>
          <p:nvPr>
            <p:ph type="title"/>
          </p:nvPr>
        </p:nvSpPr>
        <p:spPr>
          <a:xfrm>
            <a:off x="311760" y="444960"/>
            <a:ext cx="8520120" cy="572400"/>
          </a:xfrm>
          <a:prstGeom prst="rect">
            <a:avLst/>
          </a:prstGeom>
          <a:noFill/>
          <a:ln w="0">
            <a:noFill/>
          </a:ln>
        </p:spPr>
        <p:txBody>
          <a:bodyPr lIns="91440" rIns="91440" tIns="91440" bIns="91440" anchor="t">
            <a:normAutofit fontScale="93550"/>
          </a:bodyPr>
          <a:p>
            <a:pPr indent="0">
              <a:lnSpc>
                <a:spcPct val="100000"/>
              </a:lnSpc>
              <a:buNone/>
              <a:tabLst>
                <a:tab algn="l" pos="0"/>
              </a:tabLst>
            </a:pPr>
            <a:r>
              <a:rPr b="0" lang="zh-TW" sz="2800" spc="-1" strike="noStrike">
                <a:solidFill>
                  <a:schemeClr val="dk1"/>
                </a:solidFill>
                <a:latin typeface="Arial"/>
                <a:ea typeface="Arial"/>
              </a:rPr>
              <a:t>細部設計  </a:t>
            </a:r>
            <a:r>
              <a:rPr b="0" lang="en-US" sz="2800" spc="-1" strike="noStrike">
                <a:solidFill>
                  <a:schemeClr val="dk1"/>
                </a:solidFill>
                <a:latin typeface="Arial"/>
                <a:ea typeface="Arial"/>
              </a:rPr>
              <a:t>timer  </a:t>
            </a:r>
            <a:endParaRPr b="0" lang="en-US" sz="2800" spc="-1" strike="noStrike">
              <a:solidFill>
                <a:srgbClr val="000000"/>
              </a:solidFill>
              <a:latin typeface="Arial"/>
            </a:endParaRPr>
          </a:p>
        </p:txBody>
      </p:sp>
      <p:sp>
        <p:nvSpPr>
          <p:cNvPr id="109" name="PlaceHolder 2"/>
          <p:cNvSpPr>
            <a:spLocks noGrp="1"/>
          </p:cNvSpPr>
          <p:nvPr>
            <p:ph/>
          </p:nvPr>
        </p:nvSpPr>
        <p:spPr>
          <a:xfrm>
            <a:off x="311760" y="1152360"/>
            <a:ext cx="8520120" cy="3759120"/>
          </a:xfrm>
          <a:prstGeom prst="rect">
            <a:avLst/>
          </a:prstGeom>
          <a:noFill/>
          <a:ln w="0">
            <a:noFill/>
          </a:ln>
        </p:spPr>
        <p:txBody>
          <a:bodyPr lIns="91440" rIns="91440" tIns="91440" bIns="91440" anchor="t">
            <a:normAutofit fontScale="81111"/>
          </a:bodyPr>
          <a:p>
            <a:pPr indent="0">
              <a:lnSpc>
                <a:spcPct val="115000"/>
              </a:lnSpc>
              <a:buNone/>
              <a:tabLst>
                <a:tab algn="l" pos="0"/>
              </a:tabLst>
            </a:pPr>
            <a:r>
              <a:rPr b="0" lang="en-US" sz="1800" spc="-1" strike="noStrike">
                <a:solidFill>
                  <a:schemeClr val="dk2"/>
                </a:solidFill>
                <a:latin typeface="Arial"/>
                <a:ea typeface="Arial"/>
              </a:rPr>
              <a:t>timer worker thread  </a:t>
            </a:r>
            <a:endParaRPr b="0" lang="en-US" sz="1800" spc="-1" strike="noStrike">
              <a:solidFill>
                <a:srgbClr val="000000"/>
              </a:solidFill>
              <a:latin typeface="Arial"/>
            </a:endParaRPr>
          </a:p>
          <a:p>
            <a:pPr indent="0">
              <a:lnSpc>
                <a:spcPct val="115000"/>
              </a:lnSpc>
              <a:spcBef>
                <a:spcPts val="1199"/>
              </a:spcBef>
              <a:buNone/>
              <a:tabLst>
                <a:tab algn="l" pos="0"/>
              </a:tabLst>
            </a:pPr>
            <a:endParaRPr b="0" lang="en-US" sz="1800" spc="-1" strike="noStrike">
              <a:solidFill>
                <a:srgbClr val="000000"/>
              </a:solidFill>
              <a:latin typeface="Arial"/>
            </a:endParaRPr>
          </a:p>
          <a:p>
            <a:pPr indent="0">
              <a:lnSpc>
                <a:spcPct val="115000"/>
              </a:lnSpc>
              <a:spcBef>
                <a:spcPts val="1199"/>
              </a:spcBef>
              <a:buNone/>
              <a:tabLst>
                <a:tab algn="l" pos="0"/>
              </a:tabLst>
            </a:pPr>
            <a:endParaRPr b="0" lang="en-US" sz="1800" spc="-1" strike="noStrike">
              <a:solidFill>
                <a:srgbClr val="000000"/>
              </a:solidFill>
              <a:latin typeface="Arial"/>
            </a:endParaRPr>
          </a:p>
          <a:p>
            <a:pPr indent="0">
              <a:lnSpc>
                <a:spcPct val="115000"/>
              </a:lnSpc>
              <a:spcBef>
                <a:spcPts val="1199"/>
              </a:spcBef>
              <a:buNone/>
              <a:tabLst>
                <a:tab algn="l" pos="0"/>
              </a:tabLst>
            </a:pPr>
            <a:r>
              <a:rPr b="0" lang="en-US" sz="1800" spc="-1" strike="noStrike">
                <a:solidFill>
                  <a:schemeClr val="dk2"/>
                </a:solidFill>
                <a:latin typeface="Arial"/>
                <a:ea typeface="Arial"/>
              </a:rPr>
              <a:t>timer_worker   : while loop , </a:t>
            </a:r>
            <a:r>
              <a:rPr b="0" lang="zh-TW" sz="1800" spc="-1" strike="noStrike">
                <a:solidFill>
                  <a:schemeClr val="dk2"/>
                </a:solidFill>
                <a:latin typeface="Arial"/>
                <a:ea typeface="Arial"/>
              </a:rPr>
              <a:t>每隔</a:t>
            </a:r>
            <a:r>
              <a:rPr b="0" lang="en-US" sz="1800" spc="-1" strike="noStrike">
                <a:solidFill>
                  <a:schemeClr val="dk2"/>
                </a:solidFill>
                <a:latin typeface="Arial"/>
                <a:ea typeface="Arial"/>
              </a:rPr>
              <a:t>10ms scan </a:t>
            </a:r>
            <a:r>
              <a:rPr b="0" lang="zh-TW" sz="1800" spc="-1" strike="noStrike">
                <a:solidFill>
                  <a:schemeClr val="dk2"/>
                </a:solidFill>
                <a:latin typeface="Arial"/>
                <a:ea typeface="Arial"/>
              </a:rPr>
              <a:t>每個房間的狀態 </a:t>
            </a:r>
            <a:endParaRPr b="0" lang="en-US" sz="1800" spc="-1" strike="noStrike">
              <a:solidFill>
                <a:srgbClr val="000000"/>
              </a:solidFill>
              <a:latin typeface="Arial"/>
            </a:endParaRPr>
          </a:p>
          <a:p>
            <a:pPr indent="0">
              <a:lnSpc>
                <a:spcPct val="115000"/>
              </a:lnSpc>
              <a:spcBef>
                <a:spcPts val="1199"/>
              </a:spcBef>
              <a:buNone/>
              <a:tabLst>
                <a:tab algn="l" pos="0"/>
              </a:tabLst>
            </a:pPr>
            <a:r>
              <a:rPr b="0" lang="zh-TW" sz="1800" spc="-1" strike="noStrike">
                <a:solidFill>
                  <a:schemeClr val="dk2"/>
                </a:solidFill>
                <a:latin typeface="Arial"/>
                <a:ea typeface="Arial"/>
              </a:rPr>
              <a:t>如果 </a:t>
            </a:r>
            <a:r>
              <a:rPr b="0" lang="en-US" sz="1800" spc="-1" strike="noStrike">
                <a:solidFill>
                  <a:schemeClr val="dk2"/>
                </a:solidFill>
                <a:latin typeface="Arial"/>
                <a:ea typeface="Arial"/>
              </a:rPr>
              <a:t>reserve </a:t>
            </a:r>
            <a:r>
              <a:rPr b="0" lang="zh-TW" sz="1800" spc="-1" strike="noStrike">
                <a:solidFill>
                  <a:schemeClr val="dk2"/>
                </a:solidFill>
                <a:latin typeface="Arial"/>
                <a:ea typeface="Arial"/>
              </a:rPr>
              <a:t>超過 </a:t>
            </a:r>
            <a:r>
              <a:rPr b="0" lang="en-US" sz="1800" spc="-1" strike="noStrike">
                <a:solidFill>
                  <a:schemeClr val="dk2"/>
                </a:solidFill>
                <a:latin typeface="Arial"/>
                <a:ea typeface="Arial"/>
              </a:rPr>
              <a:t>5s </a:t>
            </a:r>
            <a:r>
              <a:rPr b="0" lang="zh-TW" sz="1800" spc="-1" strike="noStrike">
                <a:solidFill>
                  <a:schemeClr val="dk2"/>
                </a:solidFill>
                <a:latin typeface="Arial"/>
                <a:ea typeface="Arial"/>
              </a:rPr>
              <a:t>沒有</a:t>
            </a:r>
            <a:r>
              <a:rPr b="0" lang="en-US" sz="1800" spc="-1" strike="noStrike">
                <a:solidFill>
                  <a:schemeClr val="dk2"/>
                </a:solidFill>
                <a:latin typeface="Arial"/>
                <a:ea typeface="Arial"/>
              </a:rPr>
              <a:t>check in </a:t>
            </a:r>
            <a:r>
              <a:rPr b="0" lang="zh-TW" sz="1800" spc="-1" strike="noStrike">
                <a:solidFill>
                  <a:schemeClr val="dk2"/>
                </a:solidFill>
                <a:latin typeface="Arial"/>
                <a:ea typeface="Arial"/>
              </a:rPr>
              <a:t>就會被自動 </a:t>
            </a:r>
            <a:r>
              <a:rPr b="0" lang="en-US" sz="1800" spc="-1" strike="noStrike">
                <a:solidFill>
                  <a:schemeClr val="dk2"/>
                </a:solidFill>
                <a:latin typeface="Arial"/>
                <a:ea typeface="Arial"/>
              </a:rPr>
              <a:t>release </a:t>
            </a:r>
            <a:endParaRPr b="0" lang="en-US" sz="1800" spc="-1" strike="noStrike">
              <a:solidFill>
                <a:srgbClr val="000000"/>
              </a:solidFill>
              <a:latin typeface="Arial"/>
            </a:endParaRPr>
          </a:p>
          <a:p>
            <a:pPr indent="0">
              <a:lnSpc>
                <a:spcPct val="115000"/>
              </a:lnSpc>
              <a:spcBef>
                <a:spcPts val="1199"/>
              </a:spcBef>
              <a:buNone/>
              <a:tabLst>
                <a:tab algn="l" pos="0"/>
              </a:tabLst>
            </a:pPr>
            <a:r>
              <a:rPr b="0" lang="zh-TW" sz="1800" spc="-1" strike="noStrike">
                <a:solidFill>
                  <a:schemeClr val="dk2"/>
                </a:solidFill>
                <a:latin typeface="Arial"/>
                <a:ea typeface="Arial"/>
              </a:rPr>
              <a:t>候補機制</a:t>
            </a:r>
            <a:r>
              <a:rPr b="0" lang="en-US" sz="1800" spc="-1" strike="noStrike">
                <a:solidFill>
                  <a:schemeClr val="dk2"/>
                </a:solidFill>
                <a:latin typeface="Arial"/>
                <a:ea typeface="Arial"/>
              </a:rPr>
              <a:t>: </a:t>
            </a:r>
            <a:r>
              <a:rPr b="0" lang="zh-TW" sz="1800" spc="-1" strike="noStrike">
                <a:solidFill>
                  <a:schemeClr val="dk2"/>
                </a:solidFill>
                <a:latin typeface="Arial"/>
                <a:ea typeface="Arial"/>
              </a:rPr>
              <a:t>如果讀書是在使用中並且當前沒有任何空讀書室，</a:t>
            </a:r>
            <a:r>
              <a:rPr b="0" lang="en-US" sz="1800" spc="-1" strike="noStrike">
                <a:solidFill>
                  <a:schemeClr val="dk2"/>
                </a:solidFill>
                <a:latin typeface="Arial"/>
                <a:ea typeface="Arial"/>
              </a:rPr>
              <a:t>reserve</a:t>
            </a:r>
            <a:r>
              <a:rPr b="0" lang="zh-TW" sz="1800" spc="-1" strike="noStrike">
                <a:solidFill>
                  <a:schemeClr val="dk2"/>
                </a:solidFill>
                <a:latin typeface="Arial"/>
                <a:ea typeface="Arial"/>
              </a:rPr>
              <a:t>會進入到</a:t>
            </a:r>
            <a:r>
              <a:rPr b="0" lang="en-US" sz="1800" spc="-1" strike="noStrike">
                <a:solidFill>
                  <a:schemeClr val="dk2"/>
                </a:solidFill>
                <a:latin typeface="Arial"/>
                <a:ea typeface="Arial"/>
              </a:rPr>
              <a:t>waiting list</a:t>
            </a:r>
            <a:endParaRPr b="0" lang="en-US" sz="1800" spc="-1" strike="noStrike">
              <a:solidFill>
                <a:srgbClr val="000000"/>
              </a:solidFill>
              <a:latin typeface="Arial"/>
            </a:endParaRPr>
          </a:p>
          <a:p>
            <a:pPr indent="0">
              <a:lnSpc>
                <a:spcPct val="115000"/>
              </a:lnSpc>
              <a:spcBef>
                <a:spcPts val="1199"/>
              </a:spcBef>
              <a:buNone/>
              <a:tabLst>
                <a:tab algn="l" pos="0"/>
              </a:tabLst>
            </a:pPr>
            <a:r>
              <a:rPr b="0" lang="zh-TW" sz="1800" spc="-1" strike="noStrike">
                <a:solidFill>
                  <a:schemeClr val="dk2"/>
                </a:solidFill>
                <a:latin typeface="Arial"/>
                <a:ea typeface="Arial"/>
              </a:rPr>
              <a:t>當房間釋放時候補名單中以</a:t>
            </a:r>
            <a:r>
              <a:rPr b="0" lang="en-US" sz="1800" spc="-1" strike="noStrike">
                <a:solidFill>
                  <a:schemeClr val="dk2"/>
                </a:solidFill>
                <a:latin typeface="Arial"/>
                <a:ea typeface="Arial"/>
              </a:rPr>
              <a:t>(FIFO)</a:t>
            </a:r>
            <a:r>
              <a:rPr b="0" lang="zh-TW" sz="1800" spc="-1" strike="noStrike">
                <a:solidFill>
                  <a:schemeClr val="dk2"/>
                </a:solidFill>
                <a:latin typeface="Arial"/>
                <a:ea typeface="Arial"/>
              </a:rPr>
              <a:t>依序</a:t>
            </a:r>
            <a:r>
              <a:rPr b="0" lang="en-US" sz="1800" spc="-1" strike="noStrike">
                <a:solidFill>
                  <a:schemeClr val="dk2"/>
                </a:solidFill>
                <a:latin typeface="Arial"/>
                <a:ea typeface="Arial"/>
              </a:rPr>
              <a:t>checkin</a:t>
            </a:r>
            <a:endParaRPr b="0" lang="en-US" sz="1800" spc="-1" strike="noStrike">
              <a:solidFill>
                <a:srgbClr val="000000"/>
              </a:solidFill>
              <a:latin typeface="Arial"/>
            </a:endParaRPr>
          </a:p>
          <a:p>
            <a:pPr indent="0">
              <a:lnSpc>
                <a:spcPct val="115000"/>
              </a:lnSpc>
              <a:spcBef>
                <a:spcPts val="1199"/>
              </a:spcBef>
              <a:buNone/>
              <a:tabLst>
                <a:tab algn="l" pos="0"/>
              </a:tabLst>
            </a:pPr>
            <a:r>
              <a:rPr b="0" lang="zh-TW" sz="1800" spc="-1" strike="noStrike">
                <a:solidFill>
                  <a:schemeClr val="dk2"/>
                </a:solidFill>
                <a:latin typeface="Arial"/>
                <a:ea typeface="Arial"/>
              </a:rPr>
              <a:t>如果 </a:t>
            </a:r>
            <a:r>
              <a:rPr b="0" lang="en-US" sz="1800" spc="-1" strike="noStrike">
                <a:solidFill>
                  <a:schemeClr val="dk2"/>
                </a:solidFill>
                <a:latin typeface="Arial"/>
                <a:ea typeface="Arial"/>
              </a:rPr>
              <a:t>in_use &amp;&amp; (extend==0) </a:t>
            </a:r>
            <a:r>
              <a:rPr b="0" lang="zh-TW" sz="1800" spc="-1" strike="noStrike">
                <a:solidFill>
                  <a:schemeClr val="dk2"/>
                </a:solidFill>
                <a:latin typeface="Arial"/>
                <a:ea typeface="Arial"/>
              </a:rPr>
              <a:t>超過 </a:t>
            </a:r>
            <a:r>
              <a:rPr b="0" lang="en-US" sz="1800" spc="-1" strike="noStrike">
                <a:solidFill>
                  <a:schemeClr val="dk2"/>
                </a:solidFill>
                <a:latin typeface="Arial"/>
                <a:ea typeface="Arial"/>
              </a:rPr>
              <a:t>30s </a:t>
            </a:r>
            <a:r>
              <a:rPr b="0" lang="zh-TW" sz="1800" spc="-1" strike="noStrike">
                <a:solidFill>
                  <a:schemeClr val="dk2"/>
                </a:solidFill>
                <a:latin typeface="Arial"/>
                <a:ea typeface="Arial"/>
              </a:rPr>
              <a:t>就會被自動 </a:t>
            </a:r>
            <a:r>
              <a:rPr b="0" lang="en-US" sz="1800" spc="-1" strike="noStrike">
                <a:solidFill>
                  <a:schemeClr val="dk2"/>
                </a:solidFill>
                <a:latin typeface="Arial"/>
                <a:ea typeface="Arial"/>
              </a:rPr>
              <a:t>release</a:t>
            </a:r>
            <a:endParaRPr b="0" lang="en-US" sz="1800" spc="-1" strike="noStrike">
              <a:solidFill>
                <a:srgbClr val="000000"/>
              </a:solidFill>
              <a:latin typeface="Arial"/>
            </a:endParaRPr>
          </a:p>
          <a:p>
            <a:pPr indent="0">
              <a:lnSpc>
                <a:spcPct val="115000"/>
              </a:lnSpc>
              <a:spcBef>
                <a:spcPts val="1199"/>
              </a:spcBef>
              <a:buNone/>
              <a:tabLst>
                <a:tab algn="l" pos="0"/>
              </a:tabLst>
            </a:pPr>
            <a:r>
              <a:rPr b="0" lang="en-US" sz="1800" spc="-1" strike="noStrike">
                <a:solidFill>
                  <a:schemeClr val="dk2"/>
                </a:solidFill>
                <a:latin typeface="Arial"/>
                <a:ea typeface="Arial"/>
              </a:rPr>
              <a:t>        </a:t>
            </a:r>
            <a:r>
              <a:rPr b="0" lang="en-US" sz="1800" spc="-1" strike="noStrike">
                <a:solidFill>
                  <a:schemeClr val="dk2"/>
                </a:solidFill>
                <a:latin typeface="Arial"/>
                <a:ea typeface="Arial"/>
              </a:rPr>
              <a:t>in_use &amp;&amp; (extend==1) </a:t>
            </a:r>
            <a:r>
              <a:rPr b="0" lang="zh-TW" sz="1800" spc="-1" strike="noStrike">
                <a:solidFill>
                  <a:schemeClr val="dk2"/>
                </a:solidFill>
                <a:latin typeface="Arial"/>
                <a:ea typeface="Arial"/>
              </a:rPr>
              <a:t>超過 </a:t>
            </a:r>
            <a:r>
              <a:rPr b="0" lang="en-US" sz="1800" spc="-1" strike="noStrike">
                <a:solidFill>
                  <a:schemeClr val="dk2"/>
                </a:solidFill>
                <a:latin typeface="Arial"/>
                <a:ea typeface="Arial"/>
              </a:rPr>
              <a:t>60s </a:t>
            </a:r>
            <a:r>
              <a:rPr b="0" lang="zh-TW" sz="1800" spc="-1" strike="noStrike">
                <a:solidFill>
                  <a:schemeClr val="dk2"/>
                </a:solidFill>
                <a:latin typeface="Arial"/>
                <a:ea typeface="Arial"/>
              </a:rPr>
              <a:t>就會被自動 </a:t>
            </a:r>
            <a:r>
              <a:rPr b="0" lang="en-US" sz="1800" spc="-1" strike="noStrike">
                <a:solidFill>
                  <a:schemeClr val="dk2"/>
                </a:solidFill>
                <a:latin typeface="Arial"/>
                <a:ea typeface="Arial"/>
              </a:rPr>
              <a:t>release</a:t>
            </a:r>
            <a:endParaRPr b="0" lang="en-US" sz="1800" spc="-1" strike="noStrike">
              <a:solidFill>
                <a:srgbClr val="000000"/>
              </a:solidFill>
              <a:latin typeface="Arial"/>
            </a:endParaRPr>
          </a:p>
          <a:p>
            <a:pPr indent="0">
              <a:lnSpc>
                <a:spcPct val="115000"/>
              </a:lnSpc>
              <a:spcBef>
                <a:spcPts val="1199"/>
              </a:spcBef>
              <a:spcAft>
                <a:spcPts val="1199"/>
              </a:spcAft>
              <a:buNone/>
              <a:tabLst>
                <a:tab algn="l" pos="0"/>
              </a:tabLst>
            </a:pPr>
            <a:endParaRPr b="0" lang="en-US" sz="1800" spc="-1" strike="noStrike">
              <a:solidFill>
                <a:srgbClr val="000000"/>
              </a:solidFill>
              <a:latin typeface="Arial"/>
            </a:endParaRPr>
          </a:p>
        </p:txBody>
      </p:sp>
      <p:pic>
        <p:nvPicPr>
          <p:cNvPr id="110" name="Google Shape;253;p34" descr=""/>
          <p:cNvPicPr/>
          <p:nvPr/>
        </p:nvPicPr>
        <p:blipFill>
          <a:blip r:embed="rId1"/>
          <a:srcRect l="0" t="0" r="44473" b="9898"/>
          <a:stretch/>
        </p:blipFill>
        <p:spPr>
          <a:xfrm>
            <a:off x="515880" y="1547280"/>
            <a:ext cx="5076000" cy="534960"/>
          </a:xfrm>
          <a:prstGeom prst="rect">
            <a:avLst/>
          </a:prstGeom>
          <a:ln w="0">
            <a:noFill/>
          </a:ln>
        </p:spPr>
      </p:pic>
    </p:spTree>
  </p:cSld>
  <mc:AlternateContent>
    <mc:Choice Requires="p14">
      <p:transition spd="slow" p14:dur="2000"/>
    </mc:Choice>
    <mc:Fallback>
      <p:transition spd="slow"/>
    </mc:Fallback>
  </mc:AlternateContent>
</p:sld>
</file>

<file path=ppt/slides/slide20.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11" name="PlaceHolder 1"/>
          <p:cNvSpPr>
            <a:spLocks noGrp="1"/>
          </p:cNvSpPr>
          <p:nvPr>
            <p:ph type="title"/>
          </p:nvPr>
        </p:nvSpPr>
        <p:spPr>
          <a:xfrm>
            <a:off x="66240" y="0"/>
            <a:ext cx="8520120" cy="572400"/>
          </a:xfrm>
          <a:prstGeom prst="rect">
            <a:avLst/>
          </a:prstGeom>
          <a:noFill/>
          <a:ln w="0">
            <a:noFill/>
          </a:ln>
        </p:spPr>
        <p:txBody>
          <a:bodyPr lIns="91440" rIns="91440" tIns="91440" bIns="91440" anchor="t">
            <a:normAutofit fontScale="93550"/>
          </a:bodyPr>
          <a:p>
            <a:pPr indent="0">
              <a:lnSpc>
                <a:spcPct val="100000"/>
              </a:lnSpc>
              <a:buNone/>
              <a:tabLst>
                <a:tab algn="l" pos="0"/>
              </a:tabLst>
            </a:pPr>
            <a:r>
              <a:rPr b="0" lang="zh-TW" sz="2800" spc="-1" strike="noStrike">
                <a:solidFill>
                  <a:schemeClr val="dk1"/>
                </a:solidFill>
                <a:latin typeface="Arial"/>
                <a:ea typeface="Arial"/>
              </a:rPr>
              <a:t>細部設計  </a:t>
            </a:r>
            <a:r>
              <a:rPr b="0" lang="en-US" sz="2800" spc="-1" strike="noStrike">
                <a:solidFill>
                  <a:schemeClr val="dk1"/>
                </a:solidFill>
                <a:latin typeface="Arial"/>
                <a:ea typeface="Arial"/>
              </a:rPr>
              <a:t>timer  </a:t>
            </a:r>
            <a:endParaRPr b="0" lang="en-US" sz="2800" spc="-1" strike="noStrike">
              <a:solidFill>
                <a:srgbClr val="000000"/>
              </a:solidFill>
              <a:latin typeface="Arial"/>
            </a:endParaRPr>
          </a:p>
        </p:txBody>
      </p:sp>
      <p:pic>
        <p:nvPicPr>
          <p:cNvPr id="112" name="Google Shape;259;p35" descr=""/>
          <p:cNvPicPr/>
          <p:nvPr/>
        </p:nvPicPr>
        <p:blipFill>
          <a:blip r:embed="rId1"/>
          <a:stretch/>
        </p:blipFill>
        <p:spPr>
          <a:xfrm>
            <a:off x="186120" y="572760"/>
            <a:ext cx="5002200" cy="1617480"/>
          </a:xfrm>
          <a:prstGeom prst="rect">
            <a:avLst/>
          </a:prstGeom>
          <a:ln w="0">
            <a:noFill/>
          </a:ln>
        </p:spPr>
      </p:pic>
      <p:pic>
        <p:nvPicPr>
          <p:cNvPr id="113" name="Google Shape;260;p35" descr=""/>
          <p:cNvPicPr/>
          <p:nvPr/>
        </p:nvPicPr>
        <p:blipFill>
          <a:blip r:embed="rId2"/>
          <a:stretch/>
        </p:blipFill>
        <p:spPr>
          <a:xfrm>
            <a:off x="186120" y="2190600"/>
            <a:ext cx="6334200" cy="2912040"/>
          </a:xfrm>
          <a:prstGeom prst="rect">
            <a:avLst/>
          </a:prstGeom>
          <a:ln w="0">
            <a:noFill/>
          </a:ln>
        </p:spPr>
      </p:pic>
      <p:sp>
        <p:nvSpPr>
          <p:cNvPr id="114" name="Google Shape;261;p35"/>
          <p:cNvSpPr/>
          <p:nvPr/>
        </p:nvSpPr>
        <p:spPr>
          <a:xfrm>
            <a:off x="5189040" y="1164600"/>
            <a:ext cx="3969360" cy="731160"/>
          </a:xfrm>
          <a:prstGeom prst="rect">
            <a:avLst/>
          </a:prstGeom>
          <a:noFill/>
          <a:ln w="0">
            <a:noFill/>
          </a:ln>
        </p:spPr>
        <p:style>
          <a:lnRef idx="0"/>
          <a:fillRef idx="0"/>
          <a:effectRef idx="0"/>
          <a:fontRef idx="minor"/>
        </p:style>
        <p:txBody>
          <a:bodyPr tIns="91440" bIns="91440" anchor="t">
            <a:spAutoFit/>
          </a:bodyPr>
          <a:p>
            <a:pPr>
              <a:lnSpc>
                <a:spcPct val="100000"/>
              </a:lnSpc>
              <a:tabLst>
                <a:tab algn="l" pos="0"/>
              </a:tabLst>
            </a:pPr>
            <a:r>
              <a:rPr b="0" lang="en-US" sz="1800" spc="-1" strike="noStrike">
                <a:solidFill>
                  <a:schemeClr val="dk2"/>
                </a:solidFill>
                <a:latin typeface="Arial"/>
                <a:ea typeface="Arial"/>
              </a:rPr>
              <a:t>nano sleep 10ms </a:t>
            </a:r>
            <a:r>
              <a:rPr b="0" lang="zh-TW" sz="1800" spc="-1" strike="noStrike">
                <a:solidFill>
                  <a:schemeClr val="dk2"/>
                </a:solidFill>
                <a:latin typeface="Arial"/>
                <a:ea typeface="Arial"/>
              </a:rPr>
              <a:t>避免</a:t>
            </a:r>
            <a:r>
              <a:rPr b="0" lang="en-US" sz="1800" spc="-1" strike="noStrike">
                <a:solidFill>
                  <a:schemeClr val="dk2"/>
                </a:solidFill>
                <a:latin typeface="Arial"/>
                <a:ea typeface="Arial"/>
              </a:rPr>
              <a:t>busy loop, </a:t>
            </a:r>
            <a:endParaRPr b="0" lang="en-US" sz="1800" spc="-1" strike="noStrike">
              <a:solidFill>
                <a:srgbClr val="000000"/>
              </a:solidFill>
              <a:latin typeface="Arial"/>
            </a:endParaRPr>
          </a:p>
          <a:p>
            <a:pPr>
              <a:lnSpc>
                <a:spcPct val="100000"/>
              </a:lnSpc>
              <a:tabLst>
                <a:tab algn="l" pos="0"/>
              </a:tabLst>
            </a:pPr>
            <a:r>
              <a:rPr b="0" lang="zh-TW" sz="1800" spc="-1" strike="noStrike">
                <a:solidFill>
                  <a:schemeClr val="dk2"/>
                </a:solidFill>
                <a:latin typeface="Arial"/>
                <a:ea typeface="Arial"/>
              </a:rPr>
              <a:t>每 </a:t>
            </a:r>
            <a:r>
              <a:rPr b="0" lang="en-US" sz="1800" spc="-1" strike="noStrike">
                <a:solidFill>
                  <a:schemeClr val="dk2"/>
                </a:solidFill>
                <a:latin typeface="Arial"/>
                <a:ea typeface="Arial"/>
              </a:rPr>
              <a:t>10ms </a:t>
            </a:r>
            <a:r>
              <a:rPr b="0" lang="zh-TW" sz="1800" spc="-1" strike="noStrike">
                <a:solidFill>
                  <a:schemeClr val="dk2"/>
                </a:solidFill>
                <a:latin typeface="Arial"/>
                <a:ea typeface="Arial"/>
              </a:rPr>
              <a:t>確認房間狀態</a:t>
            </a:r>
            <a:endParaRPr b="0" lang="en-US" sz="1800" spc="-1" strike="noStrike">
              <a:solidFill>
                <a:srgbClr val="000000"/>
              </a:solidFill>
              <a:latin typeface="Arial"/>
            </a:endParaRPr>
          </a:p>
        </p:txBody>
      </p:sp>
      <p:sp>
        <p:nvSpPr>
          <p:cNvPr id="115" name="Google Shape;262;p35"/>
          <p:cNvSpPr/>
          <p:nvPr/>
        </p:nvSpPr>
        <p:spPr>
          <a:xfrm>
            <a:off x="6520680" y="2278800"/>
            <a:ext cx="2574360" cy="1554120"/>
          </a:xfrm>
          <a:prstGeom prst="rect">
            <a:avLst/>
          </a:prstGeom>
          <a:noFill/>
          <a:ln w="0">
            <a:noFill/>
          </a:ln>
        </p:spPr>
        <p:style>
          <a:lnRef idx="0"/>
          <a:fillRef idx="0"/>
          <a:effectRef idx="0"/>
          <a:fontRef idx="minor"/>
        </p:style>
        <p:txBody>
          <a:bodyPr tIns="91440" bIns="91440" anchor="t">
            <a:spAutoFit/>
          </a:bodyPr>
          <a:p>
            <a:pPr>
              <a:lnSpc>
                <a:spcPct val="100000"/>
              </a:lnSpc>
              <a:tabLst>
                <a:tab algn="l" pos="0"/>
              </a:tabLst>
            </a:pPr>
            <a:r>
              <a:rPr b="0" lang="en-US" sz="1800" spc="-1" strike="noStrike">
                <a:solidFill>
                  <a:schemeClr val="dk2"/>
                </a:solidFill>
                <a:latin typeface="Arial"/>
                <a:ea typeface="Arial"/>
              </a:rPr>
              <a:t>scan </a:t>
            </a:r>
            <a:r>
              <a:rPr b="0" lang="zh-TW" sz="1800" spc="-1" strike="noStrike">
                <a:solidFill>
                  <a:schemeClr val="dk2"/>
                </a:solidFill>
                <a:latin typeface="Arial"/>
                <a:ea typeface="Arial"/>
              </a:rPr>
              <a:t>每個房間 </a:t>
            </a:r>
            <a:r>
              <a:rPr b="0" lang="en-US" sz="1800" spc="-1" strike="noStrike">
                <a:solidFill>
                  <a:schemeClr val="dk2"/>
                </a:solidFill>
                <a:latin typeface="Arial"/>
                <a:ea typeface="Arial"/>
              </a:rPr>
              <a:t>state, </a:t>
            </a:r>
            <a:r>
              <a:rPr b="0" lang="zh-TW" sz="1800" spc="-1" strike="noStrike">
                <a:solidFill>
                  <a:schemeClr val="dk2"/>
                </a:solidFill>
                <a:latin typeface="Arial"/>
                <a:ea typeface="Arial"/>
              </a:rPr>
              <a:t>如果超過時間就</a:t>
            </a:r>
            <a:r>
              <a:rPr b="0" lang="en-US" sz="1800" spc="-1" strike="noStrike">
                <a:solidFill>
                  <a:schemeClr val="dk2"/>
                </a:solidFill>
                <a:latin typeface="Arial"/>
                <a:ea typeface="Arial"/>
              </a:rPr>
              <a:t>release </a:t>
            </a:r>
            <a:endParaRPr b="0" lang="en-US" sz="1800" spc="-1" strike="noStrike">
              <a:solidFill>
                <a:srgbClr val="000000"/>
              </a:solidFill>
              <a:latin typeface="Arial"/>
            </a:endParaRPr>
          </a:p>
          <a:p>
            <a:pPr>
              <a:lnSpc>
                <a:spcPct val="100000"/>
              </a:lnSpc>
              <a:tabLst>
                <a:tab algn="l" pos="0"/>
              </a:tabLst>
            </a:pPr>
            <a:endParaRPr b="0" lang="en-US" sz="1800" spc="-1" strike="noStrike">
              <a:solidFill>
                <a:srgbClr val="000000"/>
              </a:solidFill>
              <a:latin typeface="Arial"/>
            </a:endParaRPr>
          </a:p>
          <a:p>
            <a:pPr>
              <a:lnSpc>
                <a:spcPct val="100000"/>
              </a:lnSpc>
              <a:tabLst>
                <a:tab algn="l" pos="0"/>
              </a:tabLst>
            </a:pPr>
            <a:endParaRPr b="0" lang="en-US" sz="180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2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16" name="PlaceHolder 1"/>
          <p:cNvSpPr>
            <a:spLocks noGrp="1"/>
          </p:cNvSpPr>
          <p:nvPr>
            <p:ph type="title"/>
          </p:nvPr>
        </p:nvSpPr>
        <p:spPr>
          <a:xfrm>
            <a:off x="311760" y="444960"/>
            <a:ext cx="8520120" cy="572400"/>
          </a:xfrm>
          <a:prstGeom prst="rect">
            <a:avLst/>
          </a:prstGeom>
          <a:noFill/>
          <a:ln w="0">
            <a:noFill/>
          </a:ln>
        </p:spPr>
        <p:txBody>
          <a:bodyPr lIns="91440" rIns="91440" tIns="91440" bIns="91440" anchor="t">
            <a:normAutofit fontScale="93550"/>
          </a:bodyPr>
          <a:p>
            <a:pPr indent="0">
              <a:lnSpc>
                <a:spcPct val="100000"/>
              </a:lnSpc>
              <a:buNone/>
              <a:tabLst>
                <a:tab algn="l" pos="0"/>
              </a:tabLst>
            </a:pPr>
            <a:r>
              <a:rPr b="0" lang="en-US" sz="2800" spc="-1" strike="noStrike">
                <a:solidFill>
                  <a:schemeClr val="dk1"/>
                </a:solidFill>
                <a:latin typeface="Arial"/>
                <a:ea typeface="Arial"/>
              </a:rPr>
              <a:t>ncurse gui</a:t>
            </a:r>
            <a:endParaRPr b="0" lang="en-US" sz="2800" spc="-1" strike="noStrike">
              <a:solidFill>
                <a:srgbClr val="000000"/>
              </a:solidFill>
              <a:latin typeface="Arial"/>
            </a:endParaRPr>
          </a:p>
        </p:txBody>
      </p:sp>
      <p:pic>
        <p:nvPicPr>
          <p:cNvPr id="117" name="Google Shape;268;p36" descr=""/>
          <p:cNvPicPr/>
          <p:nvPr/>
        </p:nvPicPr>
        <p:blipFill>
          <a:blip r:embed="rId1"/>
          <a:stretch/>
        </p:blipFill>
        <p:spPr>
          <a:xfrm>
            <a:off x="152280" y="2269800"/>
            <a:ext cx="2437920" cy="1828440"/>
          </a:xfrm>
          <a:prstGeom prst="rect">
            <a:avLst/>
          </a:prstGeom>
          <a:ln w="0">
            <a:noFill/>
          </a:ln>
        </p:spPr>
      </p:pic>
      <p:pic>
        <p:nvPicPr>
          <p:cNvPr id="118" name="Google Shape;269;p36" descr=""/>
          <p:cNvPicPr/>
          <p:nvPr/>
        </p:nvPicPr>
        <p:blipFill>
          <a:blip r:embed="rId2"/>
          <a:stretch/>
        </p:blipFill>
        <p:spPr>
          <a:xfrm>
            <a:off x="2760120" y="2269800"/>
            <a:ext cx="2437920" cy="1828440"/>
          </a:xfrm>
          <a:prstGeom prst="rect">
            <a:avLst/>
          </a:prstGeom>
          <a:ln w="0">
            <a:noFill/>
          </a:ln>
        </p:spPr>
      </p:pic>
      <p:pic>
        <p:nvPicPr>
          <p:cNvPr id="119" name="Google Shape;270;p36" descr=""/>
          <p:cNvPicPr/>
          <p:nvPr/>
        </p:nvPicPr>
        <p:blipFill>
          <a:blip r:embed="rId3"/>
          <a:stretch/>
        </p:blipFill>
        <p:spPr>
          <a:xfrm>
            <a:off x="5541120" y="2269800"/>
            <a:ext cx="2437920" cy="1828440"/>
          </a:xfrm>
          <a:prstGeom prst="rect">
            <a:avLst/>
          </a:prstGeom>
          <a:ln w="0">
            <a:noFill/>
          </a:ln>
        </p:spPr>
      </p:pic>
      <p:sp>
        <p:nvSpPr>
          <p:cNvPr id="120" name="Google Shape;271;p36"/>
          <p:cNvSpPr/>
          <p:nvPr/>
        </p:nvSpPr>
        <p:spPr>
          <a:xfrm>
            <a:off x="559080" y="1152000"/>
            <a:ext cx="4872600" cy="731160"/>
          </a:xfrm>
          <a:prstGeom prst="rect">
            <a:avLst/>
          </a:prstGeom>
          <a:noFill/>
          <a:ln w="0">
            <a:noFill/>
          </a:ln>
        </p:spPr>
        <p:style>
          <a:lnRef idx="0"/>
          <a:fillRef idx="0"/>
          <a:effectRef idx="0"/>
          <a:fontRef idx="minor"/>
        </p:style>
        <p:txBody>
          <a:bodyPr tIns="91440" bIns="91440" anchor="t">
            <a:spAutoFit/>
          </a:bodyPr>
          <a:p>
            <a:pPr>
              <a:lnSpc>
                <a:spcPct val="100000"/>
              </a:lnSpc>
              <a:tabLst>
                <a:tab algn="l" pos="0"/>
              </a:tabLst>
            </a:pPr>
            <a:r>
              <a:rPr b="0" lang="zh-TW" sz="1800" spc="-1" strike="noStrike">
                <a:solidFill>
                  <a:schemeClr val="dk2"/>
                </a:solidFill>
                <a:latin typeface="Arial"/>
                <a:ea typeface="Arial"/>
              </a:rPr>
              <a:t>在 </a:t>
            </a:r>
            <a:r>
              <a:rPr b="0" lang="en-US" sz="1800" spc="-1" strike="noStrike">
                <a:solidFill>
                  <a:schemeClr val="dk2"/>
                </a:solidFill>
                <a:latin typeface="Arial"/>
                <a:ea typeface="Arial"/>
              </a:rPr>
              <a:t>client </a:t>
            </a:r>
            <a:r>
              <a:rPr b="0" lang="zh-TW" sz="1800" spc="-1" strike="noStrike">
                <a:solidFill>
                  <a:schemeClr val="dk2"/>
                </a:solidFill>
                <a:latin typeface="Arial"/>
                <a:ea typeface="Arial"/>
              </a:rPr>
              <a:t>使用 </a:t>
            </a:r>
            <a:r>
              <a:rPr b="0" lang="en-US" sz="1800" spc="-1" strike="noStrike">
                <a:solidFill>
                  <a:schemeClr val="dk2"/>
                </a:solidFill>
                <a:latin typeface="Arial"/>
                <a:ea typeface="Arial"/>
              </a:rPr>
              <a:t>ncurse gui </a:t>
            </a:r>
            <a:r>
              <a:rPr b="0" lang="zh-TW" sz="1800" spc="-1" strike="noStrike">
                <a:solidFill>
                  <a:schemeClr val="dk2"/>
                </a:solidFill>
                <a:latin typeface="Arial"/>
                <a:ea typeface="Arial"/>
              </a:rPr>
              <a:t>的下拉選單來發送 </a:t>
            </a:r>
            <a:r>
              <a:rPr b="0" lang="en-US" sz="1800" spc="-1" strike="noStrike">
                <a:solidFill>
                  <a:schemeClr val="dk2"/>
                </a:solidFill>
                <a:latin typeface="Arial"/>
                <a:ea typeface="Arial"/>
              </a:rPr>
              <a:t>command </a:t>
            </a:r>
            <a:r>
              <a:rPr b="0" lang="zh-TW" sz="1800" spc="-1" strike="noStrike">
                <a:solidFill>
                  <a:schemeClr val="dk2"/>
                </a:solidFill>
                <a:latin typeface="Arial"/>
                <a:ea typeface="Arial"/>
              </a:rPr>
              <a:t>到 </a:t>
            </a:r>
            <a:r>
              <a:rPr b="0" lang="en-US" sz="1800" spc="-1" strike="noStrike">
                <a:solidFill>
                  <a:schemeClr val="dk2"/>
                </a:solidFill>
                <a:latin typeface="Arial"/>
                <a:ea typeface="Arial"/>
              </a:rPr>
              <a:t>server</a:t>
            </a:r>
            <a:endParaRPr b="0" lang="en-US" sz="180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22.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21" name="PlaceHolder 1"/>
          <p:cNvSpPr>
            <a:spLocks noGrp="1"/>
          </p:cNvSpPr>
          <p:nvPr>
            <p:ph type="title"/>
          </p:nvPr>
        </p:nvSpPr>
        <p:spPr>
          <a:xfrm>
            <a:off x="224640" y="20880"/>
            <a:ext cx="7263360" cy="572400"/>
          </a:xfrm>
          <a:prstGeom prst="rect">
            <a:avLst/>
          </a:prstGeom>
          <a:noFill/>
          <a:ln w="0">
            <a:noFill/>
          </a:ln>
        </p:spPr>
        <p:txBody>
          <a:bodyPr lIns="91440" rIns="91440" tIns="91440" bIns="91440" anchor="t">
            <a:noAutofit/>
          </a:bodyPr>
          <a:p>
            <a:pPr indent="0">
              <a:lnSpc>
                <a:spcPct val="200000"/>
              </a:lnSpc>
              <a:spcAft>
                <a:spcPts val="1199"/>
              </a:spcAft>
              <a:buNone/>
              <a:tabLst>
                <a:tab algn="l" pos="0"/>
              </a:tabLst>
            </a:pPr>
            <a:r>
              <a:rPr b="0" lang="zh-TW" sz="2800" spc="-1" strike="noStrike">
                <a:solidFill>
                  <a:srgbClr val="002f4a"/>
                </a:solidFill>
                <a:latin typeface="Microsoft JhengHei"/>
                <a:ea typeface="Microsoft JhengHei"/>
              </a:rPr>
              <a:t>過程中遇到的困難與解決方法</a:t>
            </a:r>
            <a:endParaRPr b="0" lang="en-US" sz="2800" spc="-1" strike="noStrike">
              <a:solidFill>
                <a:srgbClr val="000000"/>
              </a:solidFill>
              <a:latin typeface="Arial"/>
            </a:endParaRPr>
          </a:p>
        </p:txBody>
      </p:sp>
      <p:sp>
        <p:nvSpPr>
          <p:cNvPr id="122" name="PlaceHolder 2"/>
          <p:cNvSpPr>
            <a:spLocks noGrp="1"/>
          </p:cNvSpPr>
          <p:nvPr>
            <p:ph/>
          </p:nvPr>
        </p:nvSpPr>
        <p:spPr>
          <a:xfrm>
            <a:off x="224640" y="995400"/>
            <a:ext cx="8520120" cy="4147920"/>
          </a:xfrm>
          <a:prstGeom prst="rect">
            <a:avLst/>
          </a:prstGeom>
          <a:noFill/>
          <a:ln w="0">
            <a:noFill/>
          </a:ln>
        </p:spPr>
        <p:txBody>
          <a:bodyPr lIns="91440" rIns="91440" tIns="91440" bIns="91440" anchor="t">
            <a:normAutofit/>
          </a:bodyPr>
          <a:p>
            <a:pPr marL="457200" indent="-317520">
              <a:lnSpc>
                <a:spcPct val="95000"/>
              </a:lnSpc>
              <a:buClr>
                <a:srgbClr val="595959"/>
              </a:buClr>
              <a:buFont typeface="Arial"/>
              <a:buChar char="●"/>
            </a:pPr>
            <a:r>
              <a:rPr b="1" lang="zh-TW" sz="1400" spc="-1" strike="noStrike">
                <a:solidFill>
                  <a:schemeClr val="dk2"/>
                </a:solidFill>
                <a:latin typeface="Arial"/>
                <a:ea typeface="Arial"/>
              </a:rPr>
              <a:t>問題 </a:t>
            </a:r>
            <a:r>
              <a:rPr b="1" lang="en-US" sz="1400" spc="-1" strike="noStrike">
                <a:solidFill>
                  <a:schemeClr val="dk2"/>
                </a:solidFill>
                <a:latin typeface="Arial"/>
                <a:ea typeface="Arial"/>
              </a:rPr>
              <a:t>1</a:t>
            </a:r>
            <a:r>
              <a:rPr b="1" lang="zh-TW" sz="1400" spc="-1" strike="noStrike">
                <a:solidFill>
                  <a:schemeClr val="dk2"/>
                </a:solidFill>
                <a:latin typeface="Arial"/>
                <a:ea typeface="Arial"/>
              </a:rPr>
              <a:t>：多使用者同時預約導致 </a:t>
            </a:r>
            <a:r>
              <a:rPr b="1" lang="en-US" sz="1400" spc="-1" strike="noStrike">
                <a:solidFill>
                  <a:schemeClr val="dk2"/>
                </a:solidFill>
                <a:latin typeface="Arial"/>
                <a:ea typeface="Arial"/>
              </a:rPr>
              <a:t>race condition</a:t>
            </a:r>
            <a:endParaRPr b="0" lang="en-US" sz="1400" spc="-1" strike="noStrike">
              <a:solidFill>
                <a:srgbClr val="000000"/>
              </a:solidFill>
              <a:latin typeface="Arial"/>
            </a:endParaRPr>
          </a:p>
          <a:p>
            <a:pPr indent="0">
              <a:lnSpc>
                <a:spcPct val="95000"/>
              </a:lnSpc>
              <a:spcBef>
                <a:spcPts val="1199"/>
              </a:spcBef>
              <a:buNone/>
              <a:tabLst>
                <a:tab algn="l" pos="0"/>
              </a:tabLst>
            </a:pPr>
            <a:r>
              <a:rPr b="0" lang="zh-TW" sz="1400" spc="-1" strike="noStrike">
                <a:solidFill>
                  <a:schemeClr val="dk2"/>
                </a:solidFill>
                <a:latin typeface="Arial"/>
                <a:ea typeface="Arial"/>
              </a:rPr>
              <a:t>　</a:t>
            </a:r>
            <a:r>
              <a:rPr b="0" lang="en-US" sz="1400" spc="-1" strike="noStrike">
                <a:solidFill>
                  <a:schemeClr val="dk2"/>
                </a:solidFill>
                <a:latin typeface="Arial"/>
                <a:ea typeface="Arial"/>
              </a:rPr>
              <a:t>Solution: </a:t>
            </a:r>
            <a:r>
              <a:rPr b="0" lang="zh-TW" sz="1400" spc="-1" strike="noStrike">
                <a:solidFill>
                  <a:schemeClr val="dk2"/>
                </a:solidFill>
                <a:latin typeface="Arial"/>
                <a:ea typeface="Arial"/>
              </a:rPr>
              <a:t>使用 </a:t>
            </a:r>
            <a:r>
              <a:rPr b="0" lang="en-US" sz="1400" spc="-1" strike="noStrike">
                <a:solidFill>
                  <a:schemeClr val="dk2"/>
                </a:solidFill>
                <a:latin typeface="Arial"/>
                <a:ea typeface="Arial"/>
              </a:rPr>
              <a:t>mutex </a:t>
            </a:r>
            <a:r>
              <a:rPr b="0" lang="zh-TW" sz="1400" spc="-1" strike="noStrike">
                <a:solidFill>
                  <a:schemeClr val="dk2"/>
                </a:solidFill>
                <a:latin typeface="Arial"/>
                <a:ea typeface="Arial"/>
              </a:rPr>
              <a:t>鎖定房間表，確保僅一個任務可修改狀態</a:t>
            </a:r>
            <a:endParaRPr b="0" lang="en-US" sz="1400" spc="-1" strike="noStrike">
              <a:solidFill>
                <a:srgbClr val="000000"/>
              </a:solidFill>
              <a:latin typeface="Arial"/>
            </a:endParaRPr>
          </a:p>
          <a:p>
            <a:pPr marL="457200" indent="-317520">
              <a:lnSpc>
                <a:spcPct val="95000"/>
              </a:lnSpc>
              <a:spcBef>
                <a:spcPts val="1199"/>
              </a:spcBef>
              <a:buClr>
                <a:srgbClr val="595959"/>
              </a:buClr>
              <a:buFont typeface="Arial"/>
              <a:buChar char="●"/>
              <a:tabLst>
                <a:tab algn="l" pos="0"/>
              </a:tabLst>
            </a:pPr>
            <a:r>
              <a:rPr b="1" lang="zh-TW" sz="1400" spc="-1" strike="noStrike">
                <a:solidFill>
                  <a:schemeClr val="dk2"/>
                </a:solidFill>
                <a:latin typeface="Arial"/>
                <a:ea typeface="Arial"/>
              </a:rPr>
              <a:t>問題 </a:t>
            </a:r>
            <a:r>
              <a:rPr b="1" lang="en-US" sz="1400" spc="-1" strike="noStrike">
                <a:solidFill>
                  <a:schemeClr val="dk2"/>
                </a:solidFill>
                <a:latin typeface="Arial"/>
                <a:ea typeface="Arial"/>
              </a:rPr>
              <a:t>2</a:t>
            </a:r>
            <a:r>
              <a:rPr b="1" lang="zh-TW" sz="1400" spc="-1" strike="noStrike">
                <a:solidFill>
                  <a:schemeClr val="dk2"/>
                </a:solidFill>
                <a:latin typeface="Arial"/>
                <a:ea typeface="Arial"/>
              </a:rPr>
              <a:t>：多人合作的挑戰</a:t>
            </a:r>
            <a:endParaRPr b="0" lang="en-US" sz="1400" spc="-1" strike="noStrike">
              <a:solidFill>
                <a:srgbClr val="000000"/>
              </a:solidFill>
              <a:latin typeface="Arial"/>
            </a:endParaRPr>
          </a:p>
          <a:p>
            <a:pPr indent="0">
              <a:lnSpc>
                <a:spcPct val="95000"/>
              </a:lnSpc>
              <a:spcBef>
                <a:spcPts val="1199"/>
              </a:spcBef>
              <a:buNone/>
              <a:tabLst>
                <a:tab algn="l" pos="0"/>
              </a:tabLst>
            </a:pPr>
            <a:r>
              <a:rPr b="1" lang="en-US" sz="1400" spc="-1" strike="noStrike">
                <a:solidFill>
                  <a:schemeClr val="dk2"/>
                </a:solidFill>
                <a:latin typeface="Arial"/>
                <a:ea typeface="Arial"/>
              </a:rPr>
              <a:t>   </a:t>
            </a:r>
            <a:r>
              <a:rPr b="0" lang="en-US" sz="1400" spc="-1" strike="noStrike">
                <a:solidFill>
                  <a:schemeClr val="dk2"/>
                </a:solidFill>
                <a:latin typeface="Arial"/>
                <a:ea typeface="Arial"/>
              </a:rPr>
              <a:t>Solution: </a:t>
            </a:r>
            <a:r>
              <a:rPr b="0" lang="zh-TW" sz="1400" spc="-1" strike="noStrike">
                <a:solidFill>
                  <a:schemeClr val="dk2"/>
                </a:solidFill>
                <a:latin typeface="Arial"/>
                <a:ea typeface="Arial"/>
              </a:rPr>
              <a:t>盡量負責不會互相干擾的功能</a:t>
            </a:r>
            <a:endParaRPr b="0" lang="en-US" sz="1400" spc="-1" strike="noStrike">
              <a:solidFill>
                <a:srgbClr val="000000"/>
              </a:solidFill>
              <a:latin typeface="Arial"/>
            </a:endParaRPr>
          </a:p>
          <a:p>
            <a:pPr marL="457200" indent="-317520">
              <a:lnSpc>
                <a:spcPct val="95000"/>
              </a:lnSpc>
              <a:spcBef>
                <a:spcPts val="1199"/>
              </a:spcBef>
              <a:buClr>
                <a:srgbClr val="595959"/>
              </a:buClr>
              <a:buFont typeface="Arial"/>
              <a:buChar char="●"/>
              <a:tabLst>
                <a:tab algn="l" pos="0"/>
              </a:tabLst>
            </a:pPr>
            <a:r>
              <a:rPr b="1" lang="zh-TW" sz="1400" spc="-1" strike="noStrike">
                <a:solidFill>
                  <a:schemeClr val="dk2"/>
                </a:solidFill>
                <a:latin typeface="Arial"/>
                <a:ea typeface="Arial"/>
              </a:rPr>
              <a:t>問題 </a:t>
            </a:r>
            <a:r>
              <a:rPr b="1" lang="en-US" sz="1400" spc="-1" strike="noStrike">
                <a:solidFill>
                  <a:schemeClr val="dk2"/>
                </a:solidFill>
                <a:latin typeface="Arial"/>
                <a:ea typeface="Arial"/>
              </a:rPr>
              <a:t>3</a:t>
            </a:r>
            <a:r>
              <a:rPr b="1" lang="zh-TW" sz="1400" spc="-1" strike="noStrike">
                <a:solidFill>
                  <a:schemeClr val="dk2"/>
                </a:solidFill>
                <a:latin typeface="Arial"/>
                <a:ea typeface="Arial"/>
              </a:rPr>
              <a:t>：按鈕抖動造成重複觸發</a:t>
            </a:r>
            <a:endParaRPr b="0" lang="en-US" sz="1400" spc="-1" strike="noStrike">
              <a:solidFill>
                <a:srgbClr val="000000"/>
              </a:solidFill>
              <a:latin typeface="Arial"/>
            </a:endParaRPr>
          </a:p>
          <a:p>
            <a:pPr indent="0">
              <a:lnSpc>
                <a:spcPct val="95000"/>
              </a:lnSpc>
              <a:spcBef>
                <a:spcPts val="1199"/>
              </a:spcBef>
              <a:buNone/>
              <a:tabLst>
                <a:tab algn="l" pos="0"/>
              </a:tabLst>
            </a:pPr>
            <a:r>
              <a:rPr b="0" lang="zh-TW" sz="1400" spc="-1" strike="noStrike">
                <a:solidFill>
                  <a:schemeClr val="dk2"/>
                </a:solidFill>
                <a:latin typeface="Arial"/>
                <a:ea typeface="Arial"/>
              </a:rPr>
              <a:t>　</a:t>
            </a:r>
            <a:r>
              <a:rPr b="0" lang="en-US" sz="1400" spc="-1" strike="noStrike">
                <a:solidFill>
                  <a:schemeClr val="dk2"/>
                </a:solidFill>
                <a:latin typeface="Arial"/>
                <a:ea typeface="Arial"/>
              </a:rPr>
              <a:t>Solution :  </a:t>
            </a:r>
            <a:r>
              <a:rPr b="0" lang="zh-TW" sz="1400" spc="-1" strike="noStrike">
                <a:solidFill>
                  <a:schemeClr val="dk2"/>
                </a:solidFill>
                <a:latin typeface="Arial"/>
                <a:ea typeface="Arial"/>
              </a:rPr>
              <a:t>軟體除抖機制：在 </a:t>
            </a:r>
            <a:r>
              <a:rPr b="0" lang="en-US" sz="1400" spc="-1" strike="noStrike">
                <a:solidFill>
                  <a:schemeClr val="dk2"/>
                </a:solidFill>
                <a:latin typeface="Arial"/>
                <a:ea typeface="Arial"/>
              </a:rPr>
              <a:t>ISR </a:t>
            </a:r>
            <a:r>
              <a:rPr b="0" lang="zh-TW" sz="1400" spc="-1" strike="noStrike">
                <a:solidFill>
                  <a:schemeClr val="dk2"/>
                </a:solidFill>
                <a:latin typeface="Arial"/>
                <a:ea typeface="Arial"/>
              </a:rPr>
              <a:t>中加入 </a:t>
            </a:r>
            <a:r>
              <a:rPr b="0" lang="en-US" sz="1400" spc="-1" strike="noStrike">
                <a:solidFill>
                  <a:schemeClr val="dk2"/>
                </a:solidFill>
                <a:latin typeface="Arial"/>
                <a:ea typeface="Arial"/>
              </a:rPr>
              <a:t>ignore window (50~100 ms)</a:t>
            </a:r>
            <a:endParaRPr b="0" lang="en-US" sz="1400" spc="-1" strike="noStrike">
              <a:solidFill>
                <a:srgbClr val="000000"/>
              </a:solidFill>
              <a:latin typeface="Arial"/>
            </a:endParaRPr>
          </a:p>
          <a:p>
            <a:pPr marL="457200" indent="-317520">
              <a:lnSpc>
                <a:spcPct val="95000"/>
              </a:lnSpc>
              <a:spcBef>
                <a:spcPts val="1199"/>
              </a:spcBef>
              <a:buClr>
                <a:srgbClr val="595959"/>
              </a:buClr>
              <a:buFont typeface="Arial"/>
              <a:buChar char="●"/>
              <a:tabLst>
                <a:tab algn="l" pos="0"/>
              </a:tabLst>
            </a:pPr>
            <a:r>
              <a:rPr b="1" lang="zh-TW" sz="1400" spc="-1" strike="noStrike">
                <a:solidFill>
                  <a:schemeClr val="dk2"/>
                </a:solidFill>
                <a:latin typeface="Arial"/>
                <a:ea typeface="Arial"/>
              </a:rPr>
              <a:t>問題 </a:t>
            </a:r>
            <a:r>
              <a:rPr b="1" lang="en-US" sz="1400" spc="-1" strike="noStrike">
                <a:solidFill>
                  <a:schemeClr val="dk2"/>
                </a:solidFill>
                <a:latin typeface="Arial"/>
                <a:ea typeface="Arial"/>
              </a:rPr>
              <a:t>4</a:t>
            </a:r>
            <a:r>
              <a:rPr b="1" lang="zh-TW" sz="1400" spc="-1" strike="noStrike">
                <a:solidFill>
                  <a:schemeClr val="dk2"/>
                </a:solidFill>
                <a:latin typeface="Arial"/>
                <a:ea typeface="Arial"/>
              </a:rPr>
              <a:t>：</a:t>
            </a:r>
            <a:r>
              <a:rPr b="1" lang="en-US" sz="1400" spc="-1" strike="noStrike">
                <a:solidFill>
                  <a:schemeClr val="dk2"/>
                </a:solidFill>
                <a:latin typeface="Arial"/>
                <a:ea typeface="Arial"/>
              </a:rPr>
              <a:t>RFID  </a:t>
            </a:r>
            <a:endParaRPr b="0" lang="en-US" sz="1400" spc="-1" strike="noStrike">
              <a:solidFill>
                <a:srgbClr val="000000"/>
              </a:solidFill>
              <a:latin typeface="Arial"/>
            </a:endParaRPr>
          </a:p>
          <a:p>
            <a:pPr indent="0">
              <a:lnSpc>
                <a:spcPct val="95000"/>
              </a:lnSpc>
              <a:spcBef>
                <a:spcPts val="1199"/>
              </a:spcBef>
              <a:spcAft>
                <a:spcPts val="1199"/>
              </a:spcAft>
              <a:buNone/>
              <a:tabLst>
                <a:tab algn="l" pos="0"/>
              </a:tabLst>
            </a:pPr>
            <a:r>
              <a:rPr b="1" lang="en-US" sz="1400" spc="-1" strike="noStrike">
                <a:solidFill>
                  <a:schemeClr val="dk2"/>
                </a:solidFill>
                <a:latin typeface="Arial"/>
                <a:ea typeface="Arial"/>
              </a:rPr>
              <a:t>   </a:t>
            </a:r>
            <a:r>
              <a:rPr b="0" lang="zh-TW" sz="1400" spc="-1" strike="noStrike">
                <a:solidFill>
                  <a:schemeClr val="dk2"/>
                </a:solidFill>
                <a:latin typeface="Arial"/>
                <a:ea typeface="Arial"/>
              </a:rPr>
              <a:t>我們原本直接在</a:t>
            </a:r>
            <a:r>
              <a:rPr b="0" lang="en-US" sz="1400" spc="-1" strike="noStrike">
                <a:solidFill>
                  <a:schemeClr val="dk2"/>
                </a:solidFill>
                <a:latin typeface="Arial"/>
                <a:ea typeface="Arial"/>
              </a:rPr>
              <a:t>driver </a:t>
            </a:r>
            <a:r>
              <a:rPr b="0" lang="zh-TW" sz="1400" spc="-1" strike="noStrike">
                <a:solidFill>
                  <a:schemeClr val="dk2"/>
                </a:solidFill>
                <a:latin typeface="Arial"/>
                <a:ea typeface="Arial"/>
              </a:rPr>
              <a:t>加入 </a:t>
            </a:r>
            <a:r>
              <a:rPr b="0" lang="en-US" sz="1400" spc="-1" strike="noStrike">
                <a:solidFill>
                  <a:schemeClr val="dk2"/>
                </a:solidFill>
                <a:latin typeface="Arial"/>
                <a:ea typeface="Arial"/>
              </a:rPr>
              <a:t>RFID </a:t>
            </a:r>
            <a:r>
              <a:rPr b="0" lang="zh-TW" sz="1400" spc="-1" strike="noStrike">
                <a:solidFill>
                  <a:schemeClr val="dk2"/>
                </a:solidFill>
                <a:latin typeface="Arial"/>
                <a:ea typeface="Arial"/>
              </a:rPr>
              <a:t>但是 </a:t>
            </a:r>
            <a:r>
              <a:rPr b="0" lang="en-US" sz="1400" spc="-1" strike="noStrike">
                <a:solidFill>
                  <a:schemeClr val="dk2"/>
                </a:solidFill>
                <a:latin typeface="Arial"/>
                <a:ea typeface="Arial"/>
              </a:rPr>
              <a:t>RFID </a:t>
            </a:r>
            <a:r>
              <a:rPr b="0" lang="zh-TW" sz="1400" spc="-1" strike="noStrike">
                <a:solidFill>
                  <a:schemeClr val="dk2"/>
                </a:solidFill>
                <a:latin typeface="Arial"/>
                <a:ea typeface="Arial"/>
              </a:rPr>
              <a:t>的設計複雜</a:t>
            </a:r>
            <a:r>
              <a:rPr b="0" lang="en-US" sz="1400" spc="-1" strike="noStrike">
                <a:solidFill>
                  <a:schemeClr val="dk2"/>
                </a:solidFill>
                <a:latin typeface="Arial"/>
                <a:ea typeface="Arial"/>
              </a:rPr>
              <a:t>, </a:t>
            </a:r>
            <a:r>
              <a:rPr b="0" lang="zh-TW" sz="1400" spc="-1" strike="noStrike">
                <a:solidFill>
                  <a:schemeClr val="dk2"/>
                </a:solidFill>
                <a:latin typeface="Arial"/>
                <a:ea typeface="Arial"/>
              </a:rPr>
              <a:t>沒有時間實做</a:t>
            </a:r>
            <a:r>
              <a:rPr b="0" lang="en-US" sz="1400" spc="-1" strike="noStrike">
                <a:solidFill>
                  <a:schemeClr val="dk2"/>
                </a:solidFill>
                <a:latin typeface="Arial"/>
                <a:ea typeface="Arial"/>
              </a:rPr>
              <a:t>, </a:t>
            </a:r>
            <a:r>
              <a:rPr b="0" lang="zh-TW" sz="1400" spc="-1" strike="noStrike">
                <a:solidFill>
                  <a:schemeClr val="dk2"/>
                </a:solidFill>
                <a:latin typeface="Arial"/>
                <a:ea typeface="Arial"/>
              </a:rPr>
              <a:t>所以最後</a:t>
            </a:r>
            <a:r>
              <a:rPr b="0" lang="en-US" sz="1400" spc="-1" strike="noStrike">
                <a:solidFill>
                  <a:schemeClr val="dk2"/>
                </a:solidFill>
                <a:latin typeface="Arial"/>
                <a:ea typeface="Arial"/>
              </a:rPr>
              <a:t>RFID </a:t>
            </a:r>
            <a:r>
              <a:rPr b="0" lang="zh-TW" sz="1400" spc="-1" strike="noStrike">
                <a:solidFill>
                  <a:schemeClr val="dk2"/>
                </a:solidFill>
                <a:latin typeface="Arial"/>
                <a:ea typeface="Arial"/>
              </a:rPr>
              <a:t>是用</a:t>
            </a:r>
            <a:r>
              <a:rPr b="0" lang="en-US" sz="1400" spc="-1" strike="noStrike">
                <a:solidFill>
                  <a:schemeClr val="dk2"/>
                </a:solidFill>
                <a:latin typeface="Arial"/>
                <a:ea typeface="Arial"/>
              </a:rPr>
              <a:t>python </a:t>
            </a:r>
            <a:r>
              <a:rPr b="0" lang="zh-TW" sz="1400" spc="-1" strike="noStrike">
                <a:solidFill>
                  <a:schemeClr val="dk2"/>
                </a:solidFill>
                <a:latin typeface="Arial"/>
                <a:ea typeface="Arial"/>
              </a:rPr>
              <a:t>串接到</a:t>
            </a:r>
            <a:r>
              <a:rPr b="0" lang="en-US" sz="1400" spc="-1" strike="noStrike">
                <a:solidFill>
                  <a:schemeClr val="dk2"/>
                </a:solidFill>
                <a:latin typeface="Arial"/>
                <a:ea typeface="Arial"/>
              </a:rPr>
              <a:t>server</a:t>
            </a:r>
            <a:endParaRPr b="0" lang="en-US" sz="140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23.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23" name="PlaceHolder 1"/>
          <p:cNvSpPr>
            <a:spLocks noGrp="1"/>
          </p:cNvSpPr>
          <p:nvPr>
            <p:ph type="title"/>
          </p:nvPr>
        </p:nvSpPr>
        <p:spPr>
          <a:xfrm>
            <a:off x="224640" y="20880"/>
            <a:ext cx="7263360" cy="572400"/>
          </a:xfrm>
          <a:prstGeom prst="rect">
            <a:avLst/>
          </a:prstGeom>
          <a:noFill/>
          <a:ln w="0">
            <a:noFill/>
          </a:ln>
        </p:spPr>
        <p:txBody>
          <a:bodyPr lIns="91440" rIns="91440" tIns="91440" bIns="91440" anchor="t">
            <a:noAutofit/>
          </a:bodyPr>
          <a:p>
            <a:pPr indent="0">
              <a:lnSpc>
                <a:spcPct val="200000"/>
              </a:lnSpc>
              <a:spcAft>
                <a:spcPts val="1199"/>
              </a:spcAft>
              <a:buNone/>
              <a:tabLst>
                <a:tab algn="l" pos="0"/>
              </a:tabLst>
            </a:pPr>
            <a:r>
              <a:rPr b="0" lang="zh-TW" sz="2800" spc="-1" strike="noStrike">
                <a:solidFill>
                  <a:srgbClr val="002f4a"/>
                </a:solidFill>
                <a:latin typeface="Microsoft JhengHei"/>
                <a:ea typeface="Microsoft JhengHei"/>
              </a:rPr>
              <a:t>團隊分工</a:t>
            </a:r>
            <a:endParaRPr b="0" lang="en-US" sz="2800" spc="-1" strike="noStrike">
              <a:solidFill>
                <a:srgbClr val="000000"/>
              </a:solidFill>
              <a:latin typeface="Arial"/>
            </a:endParaRPr>
          </a:p>
        </p:txBody>
      </p:sp>
      <p:sp>
        <p:nvSpPr>
          <p:cNvPr id="124" name="Google Shape;283;p38"/>
          <p:cNvSpPr/>
          <p:nvPr/>
        </p:nvSpPr>
        <p:spPr>
          <a:xfrm>
            <a:off x="1341360" y="1539720"/>
            <a:ext cx="6709320" cy="1814040"/>
          </a:xfrm>
          <a:prstGeom prst="rect">
            <a:avLst/>
          </a:prstGeom>
          <a:noFill/>
          <a:ln w="0">
            <a:noFill/>
          </a:ln>
        </p:spPr>
        <p:style>
          <a:lnRef idx="0"/>
          <a:fillRef idx="0"/>
          <a:effectRef idx="0"/>
          <a:fontRef idx="minor"/>
        </p:style>
        <p:txBody>
          <a:bodyPr lIns="68400" rIns="68400" tIns="34200" bIns="34200" anchor="t">
            <a:normAutofit fontScale="87123"/>
          </a:bodyPr>
          <a:p>
            <a:pPr marL="457200" indent="-330120" algn="just">
              <a:lnSpc>
                <a:spcPct val="200000"/>
              </a:lnSpc>
              <a:buClr>
                <a:srgbClr val="31394d"/>
              </a:buClr>
              <a:buFont typeface="Arial"/>
              <a:buChar char="●"/>
            </a:pPr>
            <a:r>
              <a:rPr b="0" lang="zh-TW" sz="1600" spc="-1" strike="noStrike">
                <a:solidFill>
                  <a:srgbClr val="31394d"/>
                </a:solidFill>
                <a:latin typeface="Arial"/>
                <a:ea typeface="Arial"/>
              </a:rPr>
              <a:t>洪翊庭</a:t>
            </a:r>
            <a:r>
              <a:rPr b="0" lang="en-US" sz="1600" spc="-1" strike="noStrike">
                <a:solidFill>
                  <a:srgbClr val="31394d"/>
                </a:solidFill>
                <a:latin typeface="Arial"/>
                <a:ea typeface="Arial"/>
              </a:rPr>
              <a:t>:client/server/driver </a:t>
            </a:r>
            <a:r>
              <a:rPr b="0" lang="zh-TW" sz="1600" spc="-1" strike="noStrike">
                <a:solidFill>
                  <a:srgbClr val="31394d"/>
                </a:solidFill>
                <a:latin typeface="Arial"/>
                <a:ea typeface="Arial"/>
              </a:rPr>
              <a:t>最初版本設計</a:t>
            </a:r>
            <a:r>
              <a:rPr b="0" lang="en-US" sz="1600" spc="-1" strike="noStrike">
                <a:solidFill>
                  <a:srgbClr val="31394d"/>
                </a:solidFill>
                <a:latin typeface="Arial"/>
                <a:ea typeface="Arial"/>
              </a:rPr>
              <a:t>, 7seg,led, </a:t>
            </a:r>
            <a:r>
              <a:rPr b="0" lang="zh-TW" sz="1600" spc="-1" strike="noStrike">
                <a:solidFill>
                  <a:srgbClr val="31394d"/>
                </a:solidFill>
                <a:latin typeface="Arial"/>
                <a:ea typeface="Arial"/>
              </a:rPr>
              <a:t>按鈕串接</a:t>
            </a:r>
            <a:r>
              <a:rPr b="0" lang="en-US" sz="1600" spc="-1" strike="noStrike">
                <a:solidFill>
                  <a:srgbClr val="31394d"/>
                </a:solidFill>
                <a:latin typeface="Arial"/>
                <a:ea typeface="Arial"/>
              </a:rPr>
              <a:t>,ncurse, user waiting queue</a:t>
            </a:r>
            <a:endParaRPr b="0" lang="en-US" sz="1600" spc="-1" strike="noStrike">
              <a:solidFill>
                <a:srgbClr val="000000"/>
              </a:solidFill>
              <a:latin typeface="Arial"/>
            </a:endParaRPr>
          </a:p>
          <a:p>
            <a:pPr marL="457200" indent="-330120" algn="just">
              <a:lnSpc>
                <a:spcPct val="200000"/>
              </a:lnSpc>
              <a:buClr>
                <a:srgbClr val="31394d"/>
              </a:buClr>
              <a:buFont typeface="Arial"/>
              <a:buChar char="●"/>
            </a:pPr>
            <a:r>
              <a:rPr b="0" lang="zh-TW" sz="1600" spc="-1" strike="noStrike">
                <a:solidFill>
                  <a:srgbClr val="31394d"/>
                </a:solidFill>
                <a:latin typeface="Arial"/>
                <a:ea typeface="Arial"/>
              </a:rPr>
              <a:t>朱嘉祥</a:t>
            </a:r>
            <a:r>
              <a:rPr b="0" lang="en-US" sz="1600" spc="-1" strike="noStrike">
                <a:solidFill>
                  <a:srgbClr val="31394d"/>
                </a:solidFill>
                <a:latin typeface="Arial"/>
                <a:ea typeface="Arial"/>
              </a:rPr>
              <a:t>: 7seg </a:t>
            </a:r>
            <a:r>
              <a:rPr b="0" lang="zh-TW" sz="1600" spc="-1" strike="noStrike">
                <a:solidFill>
                  <a:srgbClr val="31394d"/>
                </a:solidFill>
                <a:latin typeface="Arial"/>
                <a:ea typeface="Arial"/>
              </a:rPr>
              <a:t>更新</a:t>
            </a:r>
            <a:r>
              <a:rPr b="0" lang="en-US" sz="1600" spc="-1" strike="noStrike">
                <a:solidFill>
                  <a:srgbClr val="31394d"/>
                </a:solidFill>
                <a:latin typeface="Arial"/>
                <a:ea typeface="Arial"/>
              </a:rPr>
              <a:t>, </a:t>
            </a:r>
            <a:r>
              <a:rPr b="0" lang="zh-TW" sz="1600" spc="-1" strike="noStrike">
                <a:solidFill>
                  <a:srgbClr val="31394d"/>
                </a:solidFill>
                <a:latin typeface="Arial"/>
                <a:ea typeface="Arial"/>
              </a:rPr>
              <a:t>等待機制</a:t>
            </a:r>
            <a:r>
              <a:rPr b="0" lang="en-US" sz="1600" spc="-1" strike="noStrike">
                <a:solidFill>
                  <a:srgbClr val="31394d"/>
                </a:solidFill>
                <a:latin typeface="Arial"/>
                <a:ea typeface="Arial"/>
              </a:rPr>
              <a:t>, </a:t>
            </a:r>
            <a:r>
              <a:rPr b="0" lang="zh-TW" sz="1600" spc="-1" strike="noStrike">
                <a:solidFill>
                  <a:srgbClr val="31394d"/>
                </a:solidFill>
                <a:latin typeface="Arial"/>
                <a:ea typeface="Arial"/>
              </a:rPr>
              <a:t>單日預約限制</a:t>
            </a:r>
            <a:r>
              <a:rPr b="0" lang="en-US" sz="1600" spc="-1" strike="noStrike">
                <a:solidFill>
                  <a:srgbClr val="31394d"/>
                </a:solidFill>
                <a:latin typeface="Arial"/>
                <a:ea typeface="Arial"/>
              </a:rPr>
              <a:t>, ncurse</a:t>
            </a:r>
            <a:endParaRPr b="0" lang="en-US" sz="1600" spc="-1" strike="noStrike">
              <a:solidFill>
                <a:srgbClr val="000000"/>
              </a:solidFill>
              <a:latin typeface="Arial"/>
            </a:endParaRPr>
          </a:p>
          <a:p>
            <a:pPr marL="457200" indent="-330120" algn="just">
              <a:lnSpc>
                <a:spcPct val="200000"/>
              </a:lnSpc>
              <a:buClr>
                <a:srgbClr val="31394d"/>
              </a:buClr>
              <a:buFont typeface="Arial"/>
              <a:buChar char="●"/>
            </a:pPr>
            <a:r>
              <a:rPr b="0" lang="zh-TW" sz="1600" spc="-1" strike="noStrike">
                <a:solidFill>
                  <a:srgbClr val="31394d"/>
                </a:solidFill>
                <a:latin typeface="Arial"/>
                <a:ea typeface="Arial"/>
              </a:rPr>
              <a:t>謝佳鴻</a:t>
            </a:r>
            <a:r>
              <a:rPr b="0" lang="en-US" sz="1600" spc="-1" strike="noStrike">
                <a:solidFill>
                  <a:srgbClr val="31394d"/>
                </a:solidFill>
                <a:latin typeface="Arial"/>
                <a:ea typeface="Arial"/>
              </a:rPr>
              <a:t>: rfid </a:t>
            </a:r>
            <a:r>
              <a:rPr b="0" lang="zh-TW" sz="1600" spc="-1" strike="noStrike">
                <a:solidFill>
                  <a:srgbClr val="31394d"/>
                </a:solidFill>
                <a:latin typeface="Arial"/>
                <a:ea typeface="Arial"/>
              </a:rPr>
              <a:t>串接</a:t>
            </a:r>
            <a:r>
              <a:rPr b="0" lang="en-US" sz="1600" spc="-1" strike="noStrike">
                <a:solidFill>
                  <a:srgbClr val="31394d"/>
                </a:solidFill>
                <a:latin typeface="Arial"/>
                <a:ea typeface="Arial"/>
              </a:rPr>
              <a:t>, </a:t>
            </a:r>
            <a:r>
              <a:rPr b="0" lang="zh-TW" sz="1600" spc="-1" strike="noStrike">
                <a:solidFill>
                  <a:srgbClr val="31394d"/>
                </a:solidFill>
                <a:latin typeface="Arial"/>
                <a:ea typeface="Arial"/>
              </a:rPr>
              <a:t>新增</a:t>
            </a:r>
            <a:r>
              <a:rPr b="0" lang="en-US" sz="1600" spc="-1" strike="noStrike">
                <a:solidFill>
                  <a:srgbClr val="31394d"/>
                </a:solidFill>
                <a:latin typeface="Arial"/>
                <a:ea typeface="Arial"/>
              </a:rPr>
              <a:t>register </a:t>
            </a:r>
            <a:r>
              <a:rPr b="0" lang="zh-TW" sz="1600" spc="-1" strike="noStrike">
                <a:solidFill>
                  <a:srgbClr val="31394d"/>
                </a:solidFill>
                <a:latin typeface="Arial"/>
                <a:ea typeface="Arial"/>
              </a:rPr>
              <a:t>機制</a:t>
            </a:r>
            <a:r>
              <a:rPr b="0" lang="en-US" sz="1600" spc="-1" strike="noStrike">
                <a:solidFill>
                  <a:srgbClr val="31394d"/>
                </a:solidFill>
                <a:latin typeface="Arial"/>
                <a:ea typeface="Arial"/>
              </a:rPr>
              <a:t>, </a:t>
            </a:r>
            <a:r>
              <a:rPr b="0" lang="zh-TW" sz="1600" spc="-1" strike="noStrike">
                <a:solidFill>
                  <a:srgbClr val="31394d"/>
                </a:solidFill>
                <a:latin typeface="Arial"/>
                <a:ea typeface="Arial"/>
              </a:rPr>
              <a:t>使用者避免重複 </a:t>
            </a:r>
            <a:r>
              <a:rPr b="0" lang="en-US" sz="1600" spc="-1" strike="noStrike">
                <a:solidFill>
                  <a:srgbClr val="31394d"/>
                </a:solidFill>
                <a:latin typeface="Arial"/>
                <a:ea typeface="Arial"/>
              </a:rPr>
              <a:t>reserve</a:t>
            </a:r>
            <a:endParaRPr b="0" lang="en-US" sz="160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theme/theme1.xml><?xml version="1.0" encoding="utf-8"?>
<a:theme xmlns:a="http://schemas.openxmlformats.org/drawingml/2006/main" xmlns:r="http://schemas.openxmlformats.org/officeDocument/2006/relationships"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pitchFamily="0" charset="1"/>
        <a:ea typeface=""/>
        <a:cs typeface=""/>
      </a:majorFont>
      <a:minorFont>
        <a:latin typeface="Arial" pitchFamily="0" charset="1"/>
        <a:ea typeface=""/>
        <a:cs typeface=""/>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l="0" t="0" r="0" b="0"/>
        </a:gradFill>
        <a:gradFill>
          <a:gsLst>
            <a:gs pos="0">
              <a:schemeClr val="phClr">
                <a:tint val="100000"/>
                <a:shade val="100000"/>
              </a:schemeClr>
            </a:gs>
            <a:gs pos="100000">
              <a:schemeClr val="phClr">
                <a:tint val="50000"/>
                <a:shade val="100000"/>
              </a:schemeClr>
            </a:gs>
          </a:gsLst>
          <a:lin ang="16200000" scaled="0"/>
          <a:tileRect l="0" t="0" r="0" b="0"/>
        </a:gradFill>
      </a:fillStyleLst>
      <a:lnStyleLst>
        <a:ln w="9525" cap="flat" cmpd="sng" algn="ctr">
          <a:prstDash val="solid"/>
        </a:ln>
        <a:ln w="25400" cap="flat" cmpd="sng" algn="ctr">
          <a:prstDash val="solid"/>
        </a:ln>
        <a:ln w="38100" cap="flat" cmpd="sng" algn="ctr">
          <a:prstDash val="solid"/>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l="0" t="0" r="0" b="0"/>
        </a:gradFill>
        <a:gradFill>
          <a:gsLst>
            <a:gs pos="0">
              <a:schemeClr val="phClr">
                <a:tint val="80000"/>
              </a:schemeClr>
            </a:gs>
            <a:gs pos="100000">
              <a:schemeClr val="phClr">
                <a:shade val="30000"/>
              </a:schemeClr>
            </a:gs>
          </a:gsLst>
          <a:path path="circle">
            <a:fillToRect l="50000" t="50000" r="50000" b="50000"/>
          </a:path>
          <a:tileRect l="0" t="0" r="0" b="0"/>
        </a:gradFill>
      </a:bgFillStyleLst>
    </a:fmtScheme>
  </a:themeElements>
</a:theme>
</file>

<file path=ppt/theme/theme2.xml><?xml version="1.0" encoding="utf-8"?>
<a:theme xmlns:a="http://schemas.openxmlformats.org/drawingml/2006/main" xmlns:r="http://schemas.openxmlformats.org/officeDocument/2006/relationships"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pitchFamily="0" charset="1"/>
        <a:ea typeface=""/>
        <a:cs typeface=""/>
      </a:majorFont>
      <a:minorFont>
        <a:latin typeface="Arial" pitchFamily="0" charset="1"/>
        <a:ea typeface=""/>
        <a:cs typeface=""/>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l="0" t="0" r="0" b="0"/>
        </a:gradFill>
        <a:gradFill>
          <a:gsLst>
            <a:gs pos="0">
              <a:schemeClr val="phClr">
                <a:tint val="100000"/>
                <a:shade val="100000"/>
              </a:schemeClr>
            </a:gs>
            <a:gs pos="100000">
              <a:schemeClr val="phClr">
                <a:tint val="50000"/>
                <a:shade val="100000"/>
              </a:schemeClr>
            </a:gs>
          </a:gsLst>
          <a:lin ang="16200000" scaled="0"/>
          <a:tileRect l="0" t="0" r="0" b="0"/>
        </a:gradFill>
      </a:fillStyleLst>
      <a:lnStyleLst>
        <a:ln w="9525" cap="flat" cmpd="sng" algn="ctr">
          <a:prstDash val="solid"/>
        </a:ln>
        <a:ln w="25400" cap="flat" cmpd="sng" algn="ctr">
          <a:prstDash val="solid"/>
        </a:ln>
        <a:ln w="38100" cap="flat" cmpd="sng" algn="ctr">
          <a:prstDash val="solid"/>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l="0" t="0" r="0" b="0"/>
        </a:gradFill>
        <a:gradFill>
          <a:gsLst>
            <a:gs pos="0">
              <a:schemeClr val="phClr">
                <a:tint val="80000"/>
              </a:schemeClr>
            </a:gs>
            <a:gs pos="100000">
              <a:schemeClr val="phClr">
                <a:shade val="30000"/>
              </a:schemeClr>
            </a:gs>
          </a:gsLst>
          <a:path path="circle">
            <a:fillToRect l="50000" t="50000" r="50000" b="50000"/>
          </a:path>
          <a:tileRect l="0" t="0" r="0" b="0"/>
        </a:gradFill>
      </a:bgFillStyleLst>
    </a:fmtScheme>
  </a:themeElements>
</a:theme>
</file>

<file path=ppt/theme/theme3.xml><?xml version="1.0" encoding="utf-8"?>
<a:theme xmlns:a="http://schemas.openxmlformats.org/drawingml/2006/main" xmlns:r="http://schemas.openxmlformats.org/officeDocument/2006/relationships"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pitchFamily="0" charset="1"/>
        <a:ea typeface=""/>
        <a:cs typeface=""/>
      </a:majorFont>
      <a:minorFont>
        <a:latin typeface="Arial" pitchFamily="0" charset="1"/>
        <a:ea typeface=""/>
        <a:cs typeface=""/>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l="0" t="0" r="0" b="0"/>
        </a:gradFill>
        <a:gradFill>
          <a:gsLst>
            <a:gs pos="0">
              <a:schemeClr val="phClr">
                <a:tint val="100000"/>
                <a:shade val="100000"/>
              </a:schemeClr>
            </a:gs>
            <a:gs pos="100000">
              <a:schemeClr val="phClr">
                <a:tint val="50000"/>
                <a:shade val="100000"/>
              </a:schemeClr>
            </a:gs>
          </a:gsLst>
          <a:lin ang="16200000" scaled="0"/>
          <a:tileRect l="0" t="0" r="0" b="0"/>
        </a:gradFill>
      </a:fillStyleLst>
      <a:lnStyleLst>
        <a:ln w="9525" cap="flat" cmpd="sng" algn="ctr">
          <a:prstDash val="solid"/>
        </a:ln>
        <a:ln w="25400" cap="flat" cmpd="sng" algn="ctr">
          <a:prstDash val="solid"/>
        </a:ln>
        <a:ln w="38100" cap="flat" cmpd="sng" algn="ctr">
          <a:prstDash val="solid"/>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l="0" t="0" r="0" b="0"/>
        </a:gradFill>
        <a:gradFill>
          <a:gsLst>
            <a:gs pos="0">
              <a:schemeClr val="phClr">
                <a:tint val="80000"/>
              </a:schemeClr>
            </a:gs>
            <a:gs pos="100000">
              <a:schemeClr val="phClr">
                <a:shade val="30000"/>
              </a:schemeClr>
            </a:gs>
          </a:gsLst>
          <a:path path="circle">
            <a:fillToRect l="50000" t="50000" r="50000" b="50000"/>
          </a:path>
          <a:tileRect l="0" t="0" r="0" b="0"/>
        </a:gradFill>
      </a:bgFillStyleLst>
    </a:fmtScheme>
  </a:themeElements>
</a:theme>
</file>

<file path=ppt/theme/theme4.xml><?xml version="1.0" encoding="utf-8"?>
<a:theme xmlns:a="http://schemas.openxmlformats.org/drawingml/2006/main" xmlns:r="http://schemas.openxmlformats.org/officeDocument/2006/relationships"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pitchFamily="0" charset="1"/>
        <a:ea typeface=""/>
        <a:cs typeface=""/>
      </a:majorFont>
      <a:minorFont>
        <a:latin typeface="Arial" pitchFamily="0" charset="1"/>
        <a:ea typeface=""/>
        <a:cs typeface=""/>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l="0" t="0" r="0" b="0"/>
        </a:gradFill>
        <a:gradFill>
          <a:gsLst>
            <a:gs pos="0">
              <a:schemeClr val="phClr">
                <a:tint val="100000"/>
                <a:shade val="100000"/>
              </a:schemeClr>
            </a:gs>
            <a:gs pos="100000">
              <a:schemeClr val="phClr">
                <a:tint val="50000"/>
                <a:shade val="100000"/>
              </a:schemeClr>
            </a:gs>
          </a:gsLst>
          <a:lin ang="16200000" scaled="0"/>
          <a:tileRect l="0" t="0" r="0" b="0"/>
        </a:gradFill>
      </a:fillStyleLst>
      <a:lnStyleLst>
        <a:ln w="9525" cap="flat" cmpd="sng" algn="ctr">
          <a:prstDash val="solid"/>
        </a:ln>
        <a:ln w="25400" cap="flat" cmpd="sng" algn="ctr">
          <a:prstDash val="solid"/>
        </a:ln>
        <a:ln w="38100" cap="flat" cmpd="sng" algn="ctr">
          <a:prstDash val="solid"/>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l="0" t="0" r="0" b="0"/>
        </a:gradFill>
        <a:gradFill>
          <a:gsLst>
            <a:gs pos="0">
              <a:schemeClr val="phClr">
                <a:tint val="80000"/>
              </a:schemeClr>
            </a:gs>
            <a:gs pos="100000">
              <a:schemeClr val="phClr">
                <a:shade val="30000"/>
              </a:schemeClr>
            </a:gs>
          </a:gsLst>
          <a:path path="circle">
            <a:fillToRect l="50000" t="50000" r="50000" b="50000"/>
          </a:path>
          <a:tileRect l="0" t="0" r="0" b="0"/>
        </a:gradFill>
      </a:bgFillStyleLst>
    </a:fmtScheme>
  </a:themeElements>
</a:theme>
</file>

<file path=ppt/theme/theme5.xml><?xml version="1.0" encoding="utf-8"?>
<a:theme xmlns:a="http://schemas.openxmlformats.org/drawingml/2006/main" xmlns:r="http://schemas.openxmlformats.org/officeDocument/2006/relationships"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pitchFamily="0" charset="1"/>
        <a:ea typeface=""/>
        <a:cs typeface=""/>
      </a:majorFont>
      <a:minorFont>
        <a:latin typeface="Arial" pitchFamily="0" charset="1"/>
        <a:ea typeface=""/>
        <a:cs typeface=""/>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l="0" t="0" r="0" b="0"/>
        </a:gradFill>
        <a:gradFill>
          <a:gsLst>
            <a:gs pos="0">
              <a:schemeClr val="phClr">
                <a:tint val="100000"/>
                <a:shade val="100000"/>
              </a:schemeClr>
            </a:gs>
            <a:gs pos="100000">
              <a:schemeClr val="phClr">
                <a:tint val="50000"/>
                <a:shade val="100000"/>
              </a:schemeClr>
            </a:gs>
          </a:gsLst>
          <a:lin ang="16200000" scaled="0"/>
          <a:tileRect l="0" t="0" r="0" b="0"/>
        </a:gradFill>
      </a:fillStyleLst>
      <a:lnStyleLst>
        <a:ln w="9525" cap="flat" cmpd="sng" algn="ctr">
          <a:prstDash val="solid"/>
        </a:ln>
        <a:ln w="25400" cap="flat" cmpd="sng" algn="ctr">
          <a:prstDash val="solid"/>
        </a:ln>
        <a:ln w="38100" cap="flat" cmpd="sng" algn="ctr">
          <a:prstDash val="solid"/>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l="0" t="0" r="0" b="0"/>
        </a:gradFill>
        <a:gradFill>
          <a:gsLst>
            <a:gs pos="0">
              <a:schemeClr val="phClr">
                <a:tint val="80000"/>
              </a:schemeClr>
            </a:gs>
            <a:gs pos="100000">
              <a:schemeClr val="phClr">
                <a:shade val="30000"/>
              </a:schemeClr>
            </a:gs>
          </a:gsLst>
          <a:path path="circle">
            <a:fillToRect l="50000" t="50000" r="50000" b="50000"/>
          </a:path>
          <a:tileRect l="0" t="0" r="0" b="0"/>
        </a:gradFill>
      </a:bgFillStyleLst>
    </a:fmtScheme>
  </a:themeElements>
</a:theme>
</file>

<file path=ppt/theme/theme6.xml><?xml version="1.0" encoding="utf-8"?>
<a:theme xmlns:a="http://schemas.openxmlformats.org/drawingml/2006/main" xmlns:r="http://schemas.openxmlformats.org/officeDocument/2006/relationships"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pitchFamily="0" charset="1"/>
        <a:ea typeface=""/>
        <a:cs typeface=""/>
      </a:majorFont>
      <a:minorFont>
        <a:latin typeface="Arial" pitchFamily="0" charset="1"/>
        <a:ea typeface=""/>
        <a:cs typeface=""/>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l="0" t="0" r="0" b="0"/>
        </a:gradFill>
        <a:gradFill>
          <a:gsLst>
            <a:gs pos="0">
              <a:schemeClr val="phClr">
                <a:tint val="100000"/>
                <a:shade val="100000"/>
              </a:schemeClr>
            </a:gs>
            <a:gs pos="100000">
              <a:schemeClr val="phClr">
                <a:tint val="50000"/>
                <a:shade val="100000"/>
              </a:schemeClr>
            </a:gs>
          </a:gsLst>
          <a:lin ang="16200000" scaled="0"/>
          <a:tileRect l="0" t="0" r="0" b="0"/>
        </a:gradFill>
      </a:fillStyleLst>
      <a:lnStyleLst>
        <a:ln w="9525" cap="flat" cmpd="sng" algn="ctr">
          <a:prstDash val="solid"/>
        </a:ln>
        <a:ln w="25400" cap="flat" cmpd="sng" algn="ctr">
          <a:prstDash val="solid"/>
        </a:ln>
        <a:ln w="38100" cap="flat" cmpd="sng" algn="ctr">
          <a:prstDash val="solid"/>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l="0" t="0" r="0" b="0"/>
        </a:gradFill>
        <a:gradFill>
          <a:gsLst>
            <a:gs pos="0">
              <a:schemeClr val="phClr">
                <a:tint val="80000"/>
              </a:schemeClr>
            </a:gs>
            <a:gs pos="100000">
              <a:schemeClr val="phClr">
                <a:shade val="30000"/>
              </a:schemeClr>
            </a:gs>
          </a:gsLst>
          <a:path path="circle">
            <a:fillToRect l="50000" t="50000" r="50000" b="50000"/>
          </a:path>
          <a:tileRect l="0" t="0" r="0" b="0"/>
        </a:gradFill>
      </a:bgFillStyleLst>
    </a:fmtScheme>
  </a:themeElements>
</a:theme>
</file>

<file path=ppt/theme/theme7.xml><?xml version="1.0" encoding="utf-8"?>
<a:theme xmlns:a="http://schemas.openxmlformats.org/drawingml/2006/main" xmlns:r="http://schemas.openxmlformats.org/officeDocument/2006/relationships"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pitchFamily="0" charset="1"/>
        <a:ea typeface=""/>
        <a:cs typeface=""/>
      </a:majorFont>
      <a:minorFont>
        <a:latin typeface="Arial" pitchFamily="0" charset="1"/>
        <a:ea typeface=""/>
        <a:cs typeface=""/>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l="0" t="0" r="0" b="0"/>
        </a:gradFill>
        <a:gradFill>
          <a:gsLst>
            <a:gs pos="0">
              <a:schemeClr val="phClr">
                <a:tint val="100000"/>
                <a:shade val="100000"/>
              </a:schemeClr>
            </a:gs>
            <a:gs pos="100000">
              <a:schemeClr val="phClr">
                <a:tint val="50000"/>
                <a:shade val="100000"/>
              </a:schemeClr>
            </a:gs>
          </a:gsLst>
          <a:lin ang="16200000" scaled="0"/>
          <a:tileRect l="0" t="0" r="0" b="0"/>
        </a:gradFill>
      </a:fillStyleLst>
      <a:lnStyleLst>
        <a:ln w="9525" cap="flat" cmpd="sng" algn="ctr">
          <a:prstDash val="solid"/>
        </a:ln>
        <a:ln w="25400" cap="flat" cmpd="sng" algn="ctr">
          <a:prstDash val="solid"/>
        </a:ln>
        <a:ln w="38100" cap="flat" cmpd="sng" algn="ctr">
          <a:prstDash val="solid"/>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l="0" t="0" r="0" b="0"/>
        </a:gradFill>
        <a:gradFill>
          <a:gsLst>
            <a:gs pos="0">
              <a:schemeClr val="phClr">
                <a:tint val="80000"/>
              </a:schemeClr>
            </a:gs>
            <a:gs pos="100000">
              <a:schemeClr val="phClr">
                <a:shade val="30000"/>
              </a:schemeClr>
            </a:gs>
          </a:gsLst>
          <a:path path="circle">
            <a:fillToRect l="50000" t="50000" r="50000" b="50000"/>
          </a:path>
          <a:tileRect l="0" t="0" r="0" b="0"/>
        </a:gradFill>
      </a:bgFillStyleLst>
    </a:fmtScheme>
  </a:themeElements>
</a:theme>
</file>

<file path=ppt/theme/theme8.xml><?xml version="1.0" encoding="utf-8"?>
<a:theme xmlns:a="http://schemas.openxmlformats.org/drawingml/2006/main" xmlns:r="http://schemas.openxmlformats.org/officeDocument/2006/relationships"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pitchFamily="0" charset="1"/>
        <a:ea typeface=""/>
        <a:cs typeface=""/>
      </a:majorFont>
      <a:minorFont>
        <a:latin typeface="Arial" pitchFamily="0" charset="1"/>
        <a:ea typeface=""/>
        <a:cs typeface=""/>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l="0" t="0" r="0" b="0"/>
        </a:gradFill>
        <a:gradFill>
          <a:gsLst>
            <a:gs pos="0">
              <a:schemeClr val="phClr">
                <a:tint val="100000"/>
                <a:shade val="100000"/>
              </a:schemeClr>
            </a:gs>
            <a:gs pos="100000">
              <a:schemeClr val="phClr">
                <a:tint val="50000"/>
                <a:shade val="100000"/>
              </a:schemeClr>
            </a:gs>
          </a:gsLst>
          <a:lin ang="16200000" scaled="0"/>
          <a:tileRect l="0" t="0" r="0" b="0"/>
        </a:gradFill>
      </a:fillStyleLst>
      <a:lnStyleLst>
        <a:ln w="9525" cap="flat" cmpd="sng" algn="ctr">
          <a:prstDash val="solid"/>
        </a:ln>
        <a:ln w="25400" cap="flat" cmpd="sng" algn="ctr">
          <a:prstDash val="solid"/>
        </a:ln>
        <a:ln w="38100" cap="flat" cmpd="sng" algn="ctr">
          <a:prstDash val="solid"/>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l="0" t="0" r="0" b="0"/>
        </a:gradFill>
        <a:gradFill>
          <a:gsLst>
            <a:gs pos="0">
              <a:schemeClr val="phClr">
                <a:tint val="80000"/>
              </a:schemeClr>
            </a:gs>
            <a:gs pos="100000">
              <a:schemeClr val="phClr">
                <a:shade val="30000"/>
              </a:schemeClr>
            </a:gs>
          </a:gsLst>
          <a:path path="circle">
            <a:fillToRect l="50000" t="50000" r="50000" b="50000"/>
          </a:path>
          <a:tileRect l="0" t="0" r="0" b="0"/>
        </a:gradFill>
      </a:bgFillStyleLst>
    </a:fmtScheme>
  </a:themeElements>
</a:theme>
</file>

<file path=ppt/theme/theme9.xml><?xml version="1.0" encoding="utf-8"?>
<a:theme xmlns:a="http://schemas.openxmlformats.org/drawingml/2006/main" xmlns:r="http://schemas.openxmlformats.org/officeDocument/2006/relationships"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pitchFamily="0" charset="1"/>
        <a:ea typeface=""/>
        <a:cs typeface=""/>
      </a:majorFont>
      <a:minorFont>
        <a:latin typeface="Arial" pitchFamily="0" charset="1"/>
        <a:ea typeface=""/>
        <a:cs typeface=""/>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l="0" t="0" r="0" b="0"/>
        </a:gradFill>
        <a:gradFill>
          <a:gsLst>
            <a:gs pos="0">
              <a:schemeClr val="phClr">
                <a:tint val="100000"/>
                <a:shade val="100000"/>
              </a:schemeClr>
            </a:gs>
            <a:gs pos="100000">
              <a:schemeClr val="phClr">
                <a:tint val="50000"/>
                <a:shade val="100000"/>
              </a:schemeClr>
            </a:gs>
          </a:gsLst>
          <a:lin ang="16200000" scaled="0"/>
          <a:tileRect l="0" t="0" r="0" b="0"/>
        </a:gradFill>
      </a:fillStyleLst>
      <a:lnStyleLst>
        <a:ln w="9525" cap="flat" cmpd="sng" algn="ctr">
          <a:prstDash val="solid"/>
        </a:ln>
        <a:ln w="25400" cap="flat" cmpd="sng" algn="ctr">
          <a:prstDash val="solid"/>
        </a:ln>
        <a:ln w="38100" cap="flat" cmpd="sng" algn="ctr">
          <a:prstDash val="solid"/>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l="0" t="0" r="0" b="0"/>
        </a:gradFill>
        <a:gradFill>
          <a:gsLst>
            <a:gs pos="0">
              <a:schemeClr val="phClr">
                <a:tint val="80000"/>
              </a:schemeClr>
            </a:gs>
            <a:gs pos="100000">
              <a:schemeClr val="phClr">
                <a:shade val="30000"/>
              </a:schemeClr>
            </a:gs>
          </a:gsLst>
          <a:path path="circle">
            <a:fillToRect l="50000" t="50000" r="50000" b="50000"/>
          </a:path>
          <a:tileRect l="0" t="0" r="0" b="0"/>
        </a:gradFill>
      </a:bgFillStyleLst>
    </a:fmtScheme>
  </a:themeElements>
</a:theme>
</file>

<file path=ppt/theme/theme10.xml><?xml version="1.0" encoding="utf-8"?>
<a:theme xmlns:a="http://schemas.openxmlformats.org/drawingml/2006/main" xmlns:r="http://schemas.openxmlformats.org/officeDocument/2006/relationships"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pitchFamily="0" charset="1"/>
        <a:ea typeface=""/>
        <a:cs typeface=""/>
      </a:majorFont>
      <a:minorFont>
        <a:latin typeface="Arial" pitchFamily="0" charset="1"/>
        <a:ea typeface=""/>
        <a:cs typeface=""/>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l="0" t="0" r="0" b="0"/>
        </a:gradFill>
        <a:gradFill>
          <a:gsLst>
            <a:gs pos="0">
              <a:schemeClr val="phClr">
                <a:tint val="100000"/>
                <a:shade val="100000"/>
              </a:schemeClr>
            </a:gs>
            <a:gs pos="100000">
              <a:schemeClr val="phClr">
                <a:tint val="50000"/>
                <a:shade val="100000"/>
              </a:schemeClr>
            </a:gs>
          </a:gsLst>
          <a:lin ang="16200000" scaled="0"/>
          <a:tileRect l="0" t="0" r="0" b="0"/>
        </a:gradFill>
      </a:fillStyleLst>
      <a:lnStyleLst>
        <a:ln w="9525" cap="flat" cmpd="sng" algn="ctr">
          <a:prstDash val="solid"/>
        </a:ln>
        <a:ln w="25400" cap="flat" cmpd="sng" algn="ctr">
          <a:prstDash val="solid"/>
        </a:ln>
        <a:ln w="38100" cap="flat" cmpd="sng" algn="ctr">
          <a:prstDash val="solid"/>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l="0" t="0" r="0" b="0"/>
        </a:gradFill>
        <a:gradFill>
          <a:gsLst>
            <a:gs pos="0">
              <a:schemeClr val="phClr">
                <a:tint val="80000"/>
              </a:schemeClr>
            </a:gs>
            <a:gs pos="100000">
              <a:schemeClr val="phClr">
                <a:shade val="30000"/>
              </a:schemeClr>
            </a:gs>
          </a:gsLst>
          <a:path path="circle">
            <a:fillToRect l="50000" t="50000" r="50000" b="50000"/>
          </a:path>
          <a:tileRect l="0" t="0" r="0" b="0"/>
        </a:gradFill>
      </a:bgFillStyleLst>
    </a:fmtScheme>
  </a:themeElements>
</a:theme>
</file>

<file path=ppt/theme/theme11.xml><?xml version="1.0" encoding="utf-8"?>
<a:theme xmlns:a="http://schemas.openxmlformats.org/drawingml/2006/main" xmlns:r="http://schemas.openxmlformats.org/officeDocument/2006/relationships"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pitchFamily="0" charset="1"/>
        <a:ea typeface=""/>
        <a:cs typeface=""/>
      </a:majorFont>
      <a:minorFont>
        <a:latin typeface="Arial" pitchFamily="0" charset="1"/>
        <a:ea typeface=""/>
        <a:cs typeface=""/>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l="0" t="0" r="0" b="0"/>
        </a:gradFill>
        <a:gradFill>
          <a:gsLst>
            <a:gs pos="0">
              <a:schemeClr val="phClr">
                <a:tint val="100000"/>
                <a:shade val="100000"/>
              </a:schemeClr>
            </a:gs>
            <a:gs pos="100000">
              <a:schemeClr val="phClr">
                <a:tint val="50000"/>
                <a:shade val="100000"/>
              </a:schemeClr>
            </a:gs>
          </a:gsLst>
          <a:lin ang="16200000" scaled="0"/>
          <a:tileRect l="0" t="0" r="0" b="0"/>
        </a:gradFill>
      </a:fillStyleLst>
      <a:lnStyleLst>
        <a:ln w="9525" cap="flat" cmpd="sng" algn="ctr">
          <a:prstDash val="solid"/>
        </a:ln>
        <a:ln w="25400" cap="flat" cmpd="sng" algn="ctr">
          <a:prstDash val="solid"/>
        </a:ln>
        <a:ln w="38100" cap="flat" cmpd="sng" algn="ctr">
          <a:prstDash val="solid"/>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l="0" t="0" r="0" b="0"/>
        </a:gradFill>
        <a:gradFill>
          <a:gsLst>
            <a:gs pos="0">
              <a:schemeClr val="phClr">
                <a:tint val="80000"/>
              </a:schemeClr>
            </a:gs>
            <a:gs pos="100000">
              <a:schemeClr val="phClr">
                <a:shade val="30000"/>
              </a:schemeClr>
            </a:gs>
          </a:gsLst>
          <a:path path="circle">
            <a:fillToRect l="50000" t="50000" r="50000" b="50000"/>
          </a:path>
          <a:tileRect l="0" t="0" r="0" b="0"/>
        </a:gradFill>
      </a:bgFillStyleLst>
    </a:fmtScheme>
  </a:themeElements>
</a:theme>
</file>

<file path=docProps/app.xml><?xml version="1.0" encoding="utf-8"?>
<Properties xmlns="http://schemas.openxmlformats.org/officeDocument/2006/extended-properties" xmlns:vt="http://schemas.openxmlformats.org/officeDocument/2006/docPropsVTypes">
  <Template/>
  <TotalTime>1</TotalTime>
  <Application>LibreOffice/24.2.7.2$Linux_X86_64 LibreOffice_project/420$Build-2</Application>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creator/>
  <dc:description/>
  <dc:language>en-US</dc:language>
  <cp:lastModifiedBy/>
  <dcterms:modified xsi:type="dcterms:W3CDTF">2025-12-18T16:57:56Z</dcterms:modified>
  <cp:revision>1</cp:revision>
  <dc:subject/>
  <dc:title/>
</cp:coreProperties>
</file>